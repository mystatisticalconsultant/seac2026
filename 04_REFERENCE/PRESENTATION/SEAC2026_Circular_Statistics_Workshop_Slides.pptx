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56" r:id="rId2"/>
    <p:sldId id="257" r:id="rId3"/>
    <p:sldId id="258" r:id="rId4"/>
    <p:sldId id="259" r:id="rId5"/>
    <p:sldId id="300" r:id="rId6"/>
    <p:sldId id="260" r:id="rId7"/>
    <p:sldId id="261" r:id="rId8"/>
    <p:sldId id="262" r:id="rId9"/>
    <p:sldId id="304" r:id="rId10"/>
    <p:sldId id="263" r:id="rId11"/>
    <p:sldId id="264" r:id="rId12"/>
    <p:sldId id="265" r:id="rId13"/>
    <p:sldId id="266" r:id="rId14"/>
    <p:sldId id="302" r:id="rId15"/>
    <p:sldId id="267" r:id="rId16"/>
    <p:sldId id="303" r:id="rId17"/>
    <p:sldId id="268" r:id="rId18"/>
    <p:sldId id="269" r:id="rId19"/>
    <p:sldId id="270" r:id="rId20"/>
    <p:sldId id="271" r:id="rId21"/>
    <p:sldId id="272" r:id="rId22"/>
    <p:sldId id="273" r:id="rId23"/>
    <p:sldId id="305"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C88281-C9CB-4FEE-ABDD-7DD92EC099B3}" v="131" dt="2026-08-18T23:08:05.3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14" autoAdjust="0"/>
    <p:restoredTop sz="82825" autoAdjust="0"/>
  </p:normalViewPr>
  <p:slideViewPr>
    <p:cSldViewPr snapToGrid="0" snapToObjects="1">
      <p:cViewPr varScale="1">
        <p:scale>
          <a:sx n="133" d="100"/>
          <a:sy n="133" d="100"/>
        </p:scale>
        <p:origin x="1064" y="88"/>
      </p:cViewPr>
      <p:guideLst/>
    </p:cSldViewPr>
  </p:slideViewPr>
  <p:notesTextViewPr>
    <p:cViewPr>
      <p:scale>
        <a:sx n="3" d="2"/>
        <a:sy n="3" d="2"/>
      </p:scale>
      <p:origin x="0" y="0"/>
    </p:cViewPr>
  </p:notesTextViewPr>
  <p:sorterViewPr>
    <p:cViewPr>
      <p:scale>
        <a:sx n="200" d="100"/>
        <a:sy n="200" d="100"/>
      </p:scale>
      <p:origin x="0" y="-19699"/>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latko Kovacic" userId="5ff10bcea318e6e4" providerId="LiveId" clId="{57DA8AB0-FD1A-47AC-B1C4-0F1C52153CB1}"/>
    <pc:docChg chg="undo custSel modSld">
      <pc:chgData name="Zlatko Kovacic" userId="5ff10bcea318e6e4" providerId="LiveId" clId="{57DA8AB0-FD1A-47AC-B1C4-0F1C52153CB1}" dt="2026-08-20T21:26:39.818" v="936" actId="255"/>
      <pc:docMkLst>
        <pc:docMk/>
      </pc:docMkLst>
      <pc:sldChg chg="modSp mod">
        <pc:chgData name="Zlatko Kovacic" userId="5ff10bcea318e6e4" providerId="LiveId" clId="{57DA8AB0-FD1A-47AC-B1C4-0F1C52153CB1}" dt="2026-08-18T22:58:26.064" v="902" actId="255"/>
        <pc:sldMkLst>
          <pc:docMk/>
          <pc:sldMk cId="0" sldId="256"/>
        </pc:sldMkLst>
        <pc:spChg chg="mod">
          <ac:chgData name="Zlatko Kovacic" userId="5ff10bcea318e6e4" providerId="LiveId" clId="{57DA8AB0-FD1A-47AC-B1C4-0F1C52153CB1}" dt="2026-08-18T22:58:18.049" v="901" actId="255"/>
          <ac:spMkLst>
            <pc:docMk/>
            <pc:sldMk cId="0" sldId="256"/>
            <ac:spMk id="2" creationId="{00000000-0000-0000-0000-000000000000}"/>
          </ac:spMkLst>
        </pc:spChg>
        <pc:spChg chg="mod">
          <ac:chgData name="Zlatko Kovacic" userId="5ff10bcea318e6e4" providerId="LiveId" clId="{57DA8AB0-FD1A-47AC-B1C4-0F1C52153CB1}" dt="2026-08-18T22:58:08.230" v="900" actId="255"/>
          <ac:spMkLst>
            <pc:docMk/>
            <pc:sldMk cId="0" sldId="256"/>
            <ac:spMk id="4" creationId="{00000000-0000-0000-0000-000000000000}"/>
          </ac:spMkLst>
        </pc:spChg>
        <pc:spChg chg="mod">
          <ac:chgData name="Zlatko Kovacic" userId="5ff10bcea318e6e4" providerId="LiveId" clId="{57DA8AB0-FD1A-47AC-B1C4-0F1C52153CB1}" dt="2026-08-18T22:58:26.064" v="902" actId="255"/>
          <ac:spMkLst>
            <pc:docMk/>
            <pc:sldMk cId="0" sldId="256"/>
            <ac:spMk id="5" creationId="{00000000-0000-0000-0000-000000000000}"/>
          </ac:spMkLst>
        </pc:spChg>
      </pc:sldChg>
      <pc:sldChg chg="modSp mod modAnim">
        <pc:chgData name="Zlatko Kovacic" userId="5ff10bcea318e6e4" providerId="LiveId" clId="{57DA8AB0-FD1A-47AC-B1C4-0F1C52153CB1}" dt="2026-08-18T13:06:14.758" v="891"/>
        <pc:sldMkLst>
          <pc:docMk/>
          <pc:sldMk cId="0" sldId="257"/>
        </pc:sldMkLst>
        <pc:spChg chg="mod">
          <ac:chgData name="Zlatko Kovacic" userId="5ff10bcea318e6e4" providerId="LiveId" clId="{57DA8AB0-FD1A-47AC-B1C4-0F1C52153CB1}" dt="2026-08-18T10:43:38.122" v="202" actId="255"/>
          <ac:spMkLst>
            <pc:docMk/>
            <pc:sldMk cId="0" sldId="257"/>
            <ac:spMk id="3" creationId="{00000000-0000-0000-0000-000000000000}"/>
          </ac:spMkLst>
        </pc:spChg>
        <pc:spChg chg="mod">
          <ac:chgData name="Zlatko Kovacic" userId="5ff10bcea318e6e4" providerId="LiveId" clId="{57DA8AB0-FD1A-47AC-B1C4-0F1C52153CB1}" dt="2026-08-18T09:57:18.754" v="55" actId="33524"/>
          <ac:spMkLst>
            <pc:docMk/>
            <pc:sldMk cId="0" sldId="257"/>
            <ac:spMk id="5" creationId="{00000000-0000-0000-0000-000000000000}"/>
          </ac:spMkLst>
        </pc:spChg>
        <pc:spChg chg="mod">
          <ac:chgData name="Zlatko Kovacic" userId="5ff10bcea318e6e4" providerId="LiveId" clId="{57DA8AB0-FD1A-47AC-B1C4-0F1C52153CB1}" dt="2026-08-18T09:57:05.313" v="54" actId="948"/>
          <ac:spMkLst>
            <pc:docMk/>
            <pc:sldMk cId="0" sldId="257"/>
            <ac:spMk id="20" creationId="{00000000-0000-0000-0000-000000000000}"/>
          </ac:spMkLst>
        </pc:spChg>
      </pc:sldChg>
      <pc:sldChg chg="modSp mod">
        <pc:chgData name="Zlatko Kovacic" userId="5ff10bcea318e6e4" providerId="LiveId" clId="{57DA8AB0-FD1A-47AC-B1C4-0F1C52153CB1}" dt="2026-08-20T21:26:39.818" v="936" actId="255"/>
        <pc:sldMkLst>
          <pc:docMk/>
          <pc:sldMk cId="0" sldId="258"/>
        </pc:sldMkLst>
        <pc:spChg chg="mod">
          <ac:chgData name="Zlatko Kovacic" userId="5ff10bcea318e6e4" providerId="LiveId" clId="{57DA8AB0-FD1A-47AC-B1C4-0F1C52153CB1}" dt="2026-08-18T10:43:50.419" v="203" actId="255"/>
          <ac:spMkLst>
            <pc:docMk/>
            <pc:sldMk cId="0" sldId="258"/>
            <ac:spMk id="3" creationId="{00000000-0000-0000-0000-000000000000}"/>
          </ac:spMkLst>
        </pc:spChg>
        <pc:spChg chg="mod">
          <ac:chgData name="Zlatko Kovacic" userId="5ff10bcea318e6e4" providerId="LiveId" clId="{57DA8AB0-FD1A-47AC-B1C4-0F1C52153CB1}" dt="2026-08-20T21:26:09.331" v="933" actId="255"/>
          <ac:spMkLst>
            <pc:docMk/>
            <pc:sldMk cId="0" sldId="258"/>
            <ac:spMk id="5" creationId="{00000000-0000-0000-0000-000000000000}"/>
          </ac:spMkLst>
        </pc:spChg>
        <pc:spChg chg="mod">
          <ac:chgData name="Zlatko Kovacic" userId="5ff10bcea318e6e4" providerId="LiveId" clId="{57DA8AB0-FD1A-47AC-B1C4-0F1C52153CB1}" dt="2026-08-20T21:26:21.343" v="934" actId="255"/>
          <ac:spMkLst>
            <pc:docMk/>
            <pc:sldMk cId="0" sldId="258"/>
            <ac:spMk id="6" creationId="{00000000-0000-0000-0000-000000000000}"/>
          </ac:spMkLst>
        </pc:spChg>
        <pc:spChg chg="mod">
          <ac:chgData name="Zlatko Kovacic" userId="5ff10bcea318e6e4" providerId="LiveId" clId="{57DA8AB0-FD1A-47AC-B1C4-0F1C52153CB1}" dt="2026-08-20T21:26:09.331" v="933" actId="255"/>
          <ac:spMkLst>
            <pc:docMk/>
            <pc:sldMk cId="0" sldId="258"/>
            <ac:spMk id="7" creationId="{00000000-0000-0000-0000-000000000000}"/>
          </ac:spMkLst>
        </pc:spChg>
        <pc:spChg chg="mod">
          <ac:chgData name="Zlatko Kovacic" userId="5ff10bcea318e6e4" providerId="LiveId" clId="{57DA8AB0-FD1A-47AC-B1C4-0F1C52153CB1}" dt="2026-08-20T21:26:21.343" v="934" actId="255"/>
          <ac:spMkLst>
            <pc:docMk/>
            <pc:sldMk cId="0" sldId="258"/>
            <ac:spMk id="8" creationId="{00000000-0000-0000-0000-000000000000}"/>
          </ac:spMkLst>
        </pc:spChg>
        <pc:spChg chg="mod">
          <ac:chgData name="Zlatko Kovacic" userId="5ff10bcea318e6e4" providerId="LiveId" clId="{57DA8AB0-FD1A-47AC-B1C4-0F1C52153CB1}" dt="2026-08-20T21:26:09.331" v="933" actId="255"/>
          <ac:spMkLst>
            <pc:docMk/>
            <pc:sldMk cId="0" sldId="258"/>
            <ac:spMk id="9" creationId="{00000000-0000-0000-0000-000000000000}"/>
          </ac:spMkLst>
        </pc:spChg>
        <pc:spChg chg="mod">
          <ac:chgData name="Zlatko Kovacic" userId="5ff10bcea318e6e4" providerId="LiveId" clId="{57DA8AB0-FD1A-47AC-B1C4-0F1C52153CB1}" dt="2026-08-20T21:26:21.343" v="934" actId="255"/>
          <ac:spMkLst>
            <pc:docMk/>
            <pc:sldMk cId="0" sldId="258"/>
            <ac:spMk id="10" creationId="{00000000-0000-0000-0000-000000000000}"/>
          </ac:spMkLst>
        </pc:spChg>
        <pc:spChg chg="mod">
          <ac:chgData name="Zlatko Kovacic" userId="5ff10bcea318e6e4" providerId="LiveId" clId="{57DA8AB0-FD1A-47AC-B1C4-0F1C52153CB1}" dt="2026-08-20T21:26:09.331" v="933" actId="255"/>
          <ac:spMkLst>
            <pc:docMk/>
            <pc:sldMk cId="0" sldId="258"/>
            <ac:spMk id="11" creationId="{00000000-0000-0000-0000-000000000000}"/>
          </ac:spMkLst>
        </pc:spChg>
        <pc:spChg chg="mod">
          <ac:chgData name="Zlatko Kovacic" userId="5ff10bcea318e6e4" providerId="LiveId" clId="{57DA8AB0-FD1A-47AC-B1C4-0F1C52153CB1}" dt="2026-08-20T21:26:21.343" v="934" actId="255"/>
          <ac:spMkLst>
            <pc:docMk/>
            <pc:sldMk cId="0" sldId="258"/>
            <ac:spMk id="12" creationId="{00000000-0000-0000-0000-000000000000}"/>
          </ac:spMkLst>
        </pc:spChg>
        <pc:spChg chg="mod">
          <ac:chgData name="Zlatko Kovacic" userId="5ff10bcea318e6e4" providerId="LiveId" clId="{57DA8AB0-FD1A-47AC-B1C4-0F1C52153CB1}" dt="2026-08-20T21:26:09.331" v="933" actId="255"/>
          <ac:spMkLst>
            <pc:docMk/>
            <pc:sldMk cId="0" sldId="258"/>
            <ac:spMk id="13" creationId="{00000000-0000-0000-0000-000000000000}"/>
          </ac:spMkLst>
        </pc:spChg>
        <pc:spChg chg="mod">
          <ac:chgData name="Zlatko Kovacic" userId="5ff10bcea318e6e4" providerId="LiveId" clId="{57DA8AB0-FD1A-47AC-B1C4-0F1C52153CB1}" dt="2026-08-20T21:26:21.343" v="934" actId="255"/>
          <ac:spMkLst>
            <pc:docMk/>
            <pc:sldMk cId="0" sldId="258"/>
            <ac:spMk id="14" creationId="{00000000-0000-0000-0000-000000000000}"/>
          </ac:spMkLst>
        </pc:spChg>
        <pc:spChg chg="mod">
          <ac:chgData name="Zlatko Kovacic" userId="5ff10bcea318e6e4" providerId="LiveId" clId="{57DA8AB0-FD1A-47AC-B1C4-0F1C52153CB1}" dt="2026-08-20T21:26:39.818" v="936" actId="255"/>
          <ac:spMkLst>
            <pc:docMk/>
            <pc:sldMk cId="0" sldId="258"/>
            <ac:spMk id="15" creationId="{00000000-0000-0000-0000-000000000000}"/>
          </ac:spMkLst>
        </pc:spChg>
      </pc:sldChg>
      <pc:sldChg chg="modSp mod">
        <pc:chgData name="Zlatko Kovacic" userId="5ff10bcea318e6e4" providerId="LiveId" clId="{57DA8AB0-FD1A-47AC-B1C4-0F1C52153CB1}" dt="2026-08-18T10:43:59.744" v="204" actId="255"/>
        <pc:sldMkLst>
          <pc:docMk/>
          <pc:sldMk cId="0" sldId="259"/>
        </pc:sldMkLst>
        <pc:spChg chg="mod">
          <ac:chgData name="Zlatko Kovacic" userId="5ff10bcea318e6e4" providerId="LiveId" clId="{57DA8AB0-FD1A-47AC-B1C4-0F1C52153CB1}" dt="2026-08-18T10:43:59.744" v="204" actId="255"/>
          <ac:spMkLst>
            <pc:docMk/>
            <pc:sldMk cId="0" sldId="259"/>
            <ac:spMk id="3" creationId="{00000000-0000-0000-0000-000000000000}"/>
          </ac:spMkLst>
        </pc:spChg>
      </pc:sldChg>
      <pc:sldChg chg="modSp mod">
        <pc:chgData name="Zlatko Kovacic" userId="5ff10bcea318e6e4" providerId="LiveId" clId="{57DA8AB0-FD1A-47AC-B1C4-0F1C52153CB1}" dt="2026-08-18T10:44:15.898" v="205" actId="255"/>
        <pc:sldMkLst>
          <pc:docMk/>
          <pc:sldMk cId="0" sldId="260"/>
        </pc:sldMkLst>
        <pc:spChg chg="mod">
          <ac:chgData name="Zlatko Kovacic" userId="5ff10bcea318e6e4" providerId="LiveId" clId="{57DA8AB0-FD1A-47AC-B1C4-0F1C52153CB1}" dt="2026-08-18T10:44:15.898" v="205" actId="255"/>
          <ac:spMkLst>
            <pc:docMk/>
            <pc:sldMk cId="0" sldId="260"/>
            <ac:spMk id="3" creationId="{00000000-0000-0000-0000-000000000000}"/>
          </ac:spMkLst>
        </pc:spChg>
      </pc:sldChg>
      <pc:sldChg chg="modSp mod">
        <pc:chgData name="Zlatko Kovacic" userId="5ff10bcea318e6e4" providerId="LiveId" clId="{57DA8AB0-FD1A-47AC-B1C4-0F1C52153CB1}" dt="2026-08-18T10:44:39.574" v="207" actId="255"/>
        <pc:sldMkLst>
          <pc:docMk/>
          <pc:sldMk cId="0" sldId="261"/>
        </pc:sldMkLst>
        <pc:spChg chg="mod">
          <ac:chgData name="Zlatko Kovacic" userId="5ff10bcea318e6e4" providerId="LiveId" clId="{57DA8AB0-FD1A-47AC-B1C4-0F1C52153CB1}" dt="2026-08-18T10:44:39.574" v="207" actId="255"/>
          <ac:spMkLst>
            <pc:docMk/>
            <pc:sldMk cId="0" sldId="261"/>
            <ac:spMk id="4" creationId="{00000000-0000-0000-0000-000000000000}"/>
          </ac:spMkLst>
        </pc:spChg>
      </pc:sldChg>
      <pc:sldChg chg="modSp mod">
        <pc:chgData name="Zlatko Kovacic" userId="5ff10bcea318e6e4" providerId="LiveId" clId="{57DA8AB0-FD1A-47AC-B1C4-0F1C52153CB1}" dt="2026-08-18T10:44:55.933" v="208" actId="255"/>
        <pc:sldMkLst>
          <pc:docMk/>
          <pc:sldMk cId="0" sldId="262"/>
        </pc:sldMkLst>
        <pc:spChg chg="mod">
          <ac:chgData name="Zlatko Kovacic" userId="5ff10bcea318e6e4" providerId="LiveId" clId="{57DA8AB0-FD1A-47AC-B1C4-0F1C52153CB1}" dt="2026-08-18T10:44:55.933" v="208" actId="255"/>
          <ac:spMkLst>
            <pc:docMk/>
            <pc:sldMk cId="0" sldId="262"/>
            <ac:spMk id="3" creationId="{00000000-0000-0000-0000-000000000000}"/>
          </ac:spMkLst>
        </pc:spChg>
        <pc:spChg chg="mod">
          <ac:chgData name="Zlatko Kovacic" userId="5ff10bcea318e6e4" providerId="LiveId" clId="{57DA8AB0-FD1A-47AC-B1C4-0F1C52153CB1}" dt="2026-08-18T10:38:49.966" v="168" actId="255"/>
          <ac:spMkLst>
            <pc:docMk/>
            <pc:sldMk cId="0" sldId="262"/>
            <ac:spMk id="6" creationId="{00000000-0000-0000-0000-000000000000}"/>
          </ac:spMkLst>
        </pc:spChg>
        <pc:spChg chg="mod">
          <ac:chgData name="Zlatko Kovacic" userId="5ff10bcea318e6e4" providerId="LiveId" clId="{57DA8AB0-FD1A-47AC-B1C4-0F1C52153CB1}" dt="2026-08-18T10:40:20.297" v="180" actId="1076"/>
          <ac:spMkLst>
            <pc:docMk/>
            <pc:sldMk cId="0" sldId="262"/>
            <ac:spMk id="7" creationId="{00000000-0000-0000-0000-000000000000}"/>
          </ac:spMkLst>
        </pc:spChg>
        <pc:spChg chg="mod">
          <ac:chgData name="Zlatko Kovacic" userId="5ff10bcea318e6e4" providerId="LiveId" clId="{57DA8AB0-FD1A-47AC-B1C4-0F1C52153CB1}" dt="2026-08-18T10:40:15.652" v="179" actId="1076"/>
          <ac:spMkLst>
            <pc:docMk/>
            <pc:sldMk cId="0" sldId="262"/>
            <ac:spMk id="8" creationId="{00000000-0000-0000-0000-000000000000}"/>
          </ac:spMkLst>
        </pc:spChg>
        <pc:spChg chg="mod">
          <ac:chgData name="Zlatko Kovacic" userId="5ff10bcea318e6e4" providerId="LiveId" clId="{57DA8AB0-FD1A-47AC-B1C4-0F1C52153CB1}" dt="2026-08-18T10:40:11.847" v="178" actId="1076"/>
          <ac:spMkLst>
            <pc:docMk/>
            <pc:sldMk cId="0" sldId="262"/>
            <ac:spMk id="9" creationId="{00000000-0000-0000-0000-000000000000}"/>
          </ac:spMkLst>
        </pc:spChg>
        <pc:spChg chg="mod">
          <ac:chgData name="Zlatko Kovacic" userId="5ff10bcea318e6e4" providerId="LiveId" clId="{57DA8AB0-FD1A-47AC-B1C4-0F1C52153CB1}" dt="2026-08-18T10:40:25.497" v="181" actId="1076"/>
          <ac:spMkLst>
            <pc:docMk/>
            <pc:sldMk cId="0" sldId="262"/>
            <ac:spMk id="10" creationId="{00000000-0000-0000-0000-000000000000}"/>
          </ac:spMkLst>
        </pc:spChg>
      </pc:sldChg>
      <pc:sldChg chg="addSp modSp mod modAnim">
        <pc:chgData name="Zlatko Kovacic" userId="5ff10bcea318e6e4" providerId="LiveId" clId="{57DA8AB0-FD1A-47AC-B1C4-0F1C52153CB1}" dt="2026-08-18T23:00:59.302" v="907"/>
        <pc:sldMkLst>
          <pc:docMk/>
          <pc:sldMk cId="0" sldId="263"/>
        </pc:sldMkLst>
        <pc:spChg chg="mod">
          <ac:chgData name="Zlatko Kovacic" userId="5ff10bcea318e6e4" providerId="LiveId" clId="{57DA8AB0-FD1A-47AC-B1C4-0F1C52153CB1}" dt="2026-08-18T10:45:34.676" v="210" actId="255"/>
          <ac:spMkLst>
            <pc:docMk/>
            <pc:sldMk cId="0" sldId="263"/>
            <ac:spMk id="3" creationId="{00000000-0000-0000-0000-000000000000}"/>
          </ac:spMkLst>
        </pc:spChg>
        <pc:spChg chg="mod">
          <ac:chgData name="Zlatko Kovacic" userId="5ff10bcea318e6e4" providerId="LiveId" clId="{57DA8AB0-FD1A-47AC-B1C4-0F1C52153CB1}" dt="2026-08-18T23:00:19.060" v="903" actId="164"/>
          <ac:spMkLst>
            <pc:docMk/>
            <pc:sldMk cId="0" sldId="263"/>
            <ac:spMk id="5" creationId="{00000000-0000-0000-0000-000000000000}"/>
          </ac:spMkLst>
        </pc:spChg>
        <pc:spChg chg="mod">
          <ac:chgData name="Zlatko Kovacic" userId="5ff10bcea318e6e4" providerId="LiveId" clId="{57DA8AB0-FD1A-47AC-B1C4-0F1C52153CB1}" dt="2026-08-18T23:00:28.313" v="904" actId="164"/>
          <ac:spMkLst>
            <pc:docMk/>
            <pc:sldMk cId="0" sldId="263"/>
            <ac:spMk id="6" creationId="{00000000-0000-0000-0000-000000000000}"/>
          </ac:spMkLst>
        </pc:spChg>
        <pc:spChg chg="mod">
          <ac:chgData name="Zlatko Kovacic" userId="5ff10bcea318e6e4" providerId="LiveId" clId="{57DA8AB0-FD1A-47AC-B1C4-0F1C52153CB1}" dt="2026-08-18T23:00:19.060" v="903" actId="164"/>
          <ac:spMkLst>
            <pc:docMk/>
            <pc:sldMk cId="0" sldId="263"/>
            <ac:spMk id="7" creationId="{00000000-0000-0000-0000-000000000000}"/>
          </ac:spMkLst>
        </pc:spChg>
        <pc:spChg chg="mod">
          <ac:chgData name="Zlatko Kovacic" userId="5ff10bcea318e6e4" providerId="LiveId" clId="{57DA8AB0-FD1A-47AC-B1C4-0F1C52153CB1}" dt="2026-08-18T23:00:19.060" v="903" actId="164"/>
          <ac:spMkLst>
            <pc:docMk/>
            <pc:sldMk cId="0" sldId="263"/>
            <ac:spMk id="8" creationId="{00000000-0000-0000-0000-000000000000}"/>
          </ac:spMkLst>
        </pc:spChg>
        <pc:spChg chg="mod">
          <ac:chgData name="Zlatko Kovacic" userId="5ff10bcea318e6e4" providerId="LiveId" clId="{57DA8AB0-FD1A-47AC-B1C4-0F1C52153CB1}" dt="2026-08-18T23:00:28.313" v="904" actId="164"/>
          <ac:spMkLst>
            <pc:docMk/>
            <pc:sldMk cId="0" sldId="263"/>
            <ac:spMk id="9" creationId="{00000000-0000-0000-0000-000000000000}"/>
          </ac:spMkLst>
        </pc:spChg>
        <pc:spChg chg="mod">
          <ac:chgData name="Zlatko Kovacic" userId="5ff10bcea318e6e4" providerId="LiveId" clId="{57DA8AB0-FD1A-47AC-B1C4-0F1C52153CB1}" dt="2026-08-18T23:00:28.313" v="904" actId="164"/>
          <ac:spMkLst>
            <pc:docMk/>
            <pc:sldMk cId="0" sldId="263"/>
            <ac:spMk id="10" creationId="{00000000-0000-0000-0000-000000000000}"/>
          </ac:spMkLst>
        </pc:spChg>
        <pc:spChg chg="mod">
          <ac:chgData name="Zlatko Kovacic" userId="5ff10bcea318e6e4" providerId="LiveId" clId="{57DA8AB0-FD1A-47AC-B1C4-0F1C52153CB1}" dt="2026-08-18T10:38:19.895" v="167" actId="1076"/>
          <ac:spMkLst>
            <pc:docMk/>
            <pc:sldMk cId="0" sldId="263"/>
            <ac:spMk id="11" creationId="{00000000-0000-0000-0000-000000000000}"/>
          </ac:spMkLst>
        </pc:spChg>
        <pc:grpChg chg="add mod">
          <ac:chgData name="Zlatko Kovacic" userId="5ff10bcea318e6e4" providerId="LiveId" clId="{57DA8AB0-FD1A-47AC-B1C4-0F1C52153CB1}" dt="2026-08-18T23:00:19.060" v="903" actId="164"/>
          <ac:grpSpMkLst>
            <pc:docMk/>
            <pc:sldMk cId="0" sldId="263"/>
            <ac:grpSpMk id="15" creationId="{6D8CF04A-8CFC-6257-5BBC-90EC81523FED}"/>
          </ac:grpSpMkLst>
        </pc:grpChg>
        <pc:grpChg chg="add mod">
          <ac:chgData name="Zlatko Kovacic" userId="5ff10bcea318e6e4" providerId="LiveId" clId="{57DA8AB0-FD1A-47AC-B1C4-0F1C52153CB1}" dt="2026-08-18T23:00:28.313" v="904" actId="164"/>
          <ac:grpSpMkLst>
            <pc:docMk/>
            <pc:sldMk cId="0" sldId="263"/>
            <ac:grpSpMk id="16" creationId="{31D5AB57-302E-BBB5-71D1-1E22521BABF7}"/>
          </ac:grpSpMkLst>
        </pc:grpChg>
      </pc:sldChg>
      <pc:sldChg chg="addSp delSp modSp mod addAnim delAnim modAnim">
        <pc:chgData name="Zlatko Kovacic" userId="5ff10bcea318e6e4" providerId="LiveId" clId="{57DA8AB0-FD1A-47AC-B1C4-0F1C52153CB1}" dt="2026-08-18T10:49:40.120" v="231"/>
        <pc:sldMkLst>
          <pc:docMk/>
          <pc:sldMk cId="0" sldId="264"/>
        </pc:sldMkLst>
        <pc:spChg chg="mod">
          <ac:chgData name="Zlatko Kovacic" userId="5ff10bcea318e6e4" providerId="LiveId" clId="{57DA8AB0-FD1A-47AC-B1C4-0F1C52153CB1}" dt="2026-08-18T10:45:57.855" v="213" actId="255"/>
          <ac:spMkLst>
            <pc:docMk/>
            <pc:sldMk cId="0" sldId="264"/>
            <ac:spMk id="3" creationId="{00000000-0000-0000-0000-000000000000}"/>
          </ac:spMkLst>
        </pc:spChg>
        <pc:spChg chg="mod">
          <ac:chgData name="Zlatko Kovacic" userId="5ff10bcea318e6e4" providerId="LiveId" clId="{57DA8AB0-FD1A-47AC-B1C4-0F1C52153CB1}" dt="2026-08-18T10:18:48.691" v="109" actId="1076"/>
          <ac:spMkLst>
            <pc:docMk/>
            <pc:sldMk cId="0" sldId="264"/>
            <ac:spMk id="5" creationId="{00000000-0000-0000-0000-000000000000}"/>
          </ac:spMkLst>
        </pc:spChg>
        <pc:spChg chg="mod">
          <ac:chgData name="Zlatko Kovacic" userId="5ff10bcea318e6e4" providerId="LiveId" clId="{57DA8AB0-FD1A-47AC-B1C4-0F1C52153CB1}" dt="2026-08-18T10:18:48.691" v="109" actId="1076"/>
          <ac:spMkLst>
            <pc:docMk/>
            <pc:sldMk cId="0" sldId="264"/>
            <ac:spMk id="6" creationId="{00000000-0000-0000-0000-000000000000}"/>
          </ac:spMkLst>
        </pc:spChg>
        <pc:spChg chg="mod">
          <ac:chgData name="Zlatko Kovacic" userId="5ff10bcea318e6e4" providerId="LiveId" clId="{57DA8AB0-FD1A-47AC-B1C4-0F1C52153CB1}" dt="2026-08-18T10:27:55.635" v="135" actId="1076"/>
          <ac:spMkLst>
            <pc:docMk/>
            <pc:sldMk cId="0" sldId="264"/>
            <ac:spMk id="7" creationId="{00000000-0000-0000-0000-000000000000}"/>
          </ac:spMkLst>
        </pc:spChg>
        <pc:spChg chg="mod">
          <ac:chgData name="Zlatko Kovacic" userId="5ff10bcea318e6e4" providerId="LiveId" clId="{57DA8AB0-FD1A-47AC-B1C4-0F1C52153CB1}" dt="2026-08-18T10:18:48.691" v="109" actId="1076"/>
          <ac:spMkLst>
            <pc:docMk/>
            <pc:sldMk cId="0" sldId="264"/>
            <ac:spMk id="8" creationId="{00000000-0000-0000-0000-000000000000}"/>
          </ac:spMkLst>
        </pc:spChg>
        <pc:spChg chg="mod">
          <ac:chgData name="Zlatko Kovacic" userId="5ff10bcea318e6e4" providerId="LiveId" clId="{57DA8AB0-FD1A-47AC-B1C4-0F1C52153CB1}" dt="2026-08-18T10:47:21.820" v="214" actId="14100"/>
          <ac:spMkLst>
            <pc:docMk/>
            <pc:sldMk cId="0" sldId="264"/>
            <ac:spMk id="9" creationId="{00000000-0000-0000-0000-000000000000}"/>
          </ac:spMkLst>
        </pc:spChg>
        <pc:spChg chg="mod">
          <ac:chgData name="Zlatko Kovacic" userId="5ff10bcea318e6e4" providerId="LiveId" clId="{57DA8AB0-FD1A-47AC-B1C4-0F1C52153CB1}" dt="2026-08-18T10:12:16.525" v="70" actId="1076"/>
          <ac:spMkLst>
            <pc:docMk/>
            <pc:sldMk cId="0" sldId="264"/>
            <ac:spMk id="10" creationId="{00000000-0000-0000-0000-000000000000}"/>
          </ac:spMkLst>
        </pc:spChg>
        <pc:spChg chg="add mod">
          <ac:chgData name="Zlatko Kovacic" userId="5ff10bcea318e6e4" providerId="LiveId" clId="{57DA8AB0-FD1A-47AC-B1C4-0F1C52153CB1}" dt="2026-08-18T10:18:48.691" v="109" actId="1076"/>
          <ac:spMkLst>
            <pc:docMk/>
            <pc:sldMk cId="0" sldId="264"/>
            <ac:spMk id="14" creationId="{5E281B8E-8640-7A8A-E449-B4DD57914F63}"/>
          </ac:spMkLst>
        </pc:spChg>
        <pc:spChg chg="add mod">
          <ac:chgData name="Zlatko Kovacic" userId="5ff10bcea318e6e4" providerId="LiveId" clId="{57DA8AB0-FD1A-47AC-B1C4-0F1C52153CB1}" dt="2026-08-18T10:18:48.691" v="109" actId="1076"/>
          <ac:spMkLst>
            <pc:docMk/>
            <pc:sldMk cId="0" sldId="264"/>
            <ac:spMk id="16" creationId="{914C4102-9271-E83B-FF7F-3B232B568783}"/>
          </ac:spMkLst>
        </pc:spChg>
        <pc:spChg chg="add mod">
          <ac:chgData name="Zlatko Kovacic" userId="5ff10bcea318e6e4" providerId="LiveId" clId="{57DA8AB0-FD1A-47AC-B1C4-0F1C52153CB1}" dt="2026-08-18T10:18:48.691" v="109" actId="1076"/>
          <ac:spMkLst>
            <pc:docMk/>
            <pc:sldMk cId="0" sldId="264"/>
            <ac:spMk id="18" creationId="{E1034B5F-437A-81D1-FF77-7E0F4D14777A}"/>
          </ac:spMkLst>
        </pc:spChg>
        <pc:spChg chg="add mod">
          <ac:chgData name="Zlatko Kovacic" userId="5ff10bcea318e6e4" providerId="LiveId" clId="{57DA8AB0-FD1A-47AC-B1C4-0F1C52153CB1}" dt="2026-08-18T10:30:16.868" v="146" actId="1076"/>
          <ac:spMkLst>
            <pc:docMk/>
            <pc:sldMk cId="0" sldId="264"/>
            <ac:spMk id="20" creationId="{796EF731-2FD4-5B43-ECB6-5F3A44163C3A}"/>
          </ac:spMkLst>
        </pc:spChg>
        <pc:spChg chg="add mod">
          <ac:chgData name="Zlatko Kovacic" userId="5ff10bcea318e6e4" providerId="LiveId" clId="{57DA8AB0-FD1A-47AC-B1C4-0F1C52153CB1}" dt="2026-08-18T10:49:06.026" v="230" actId="1076"/>
          <ac:spMkLst>
            <pc:docMk/>
            <pc:sldMk cId="0" sldId="264"/>
            <ac:spMk id="22" creationId="{EF822FEC-69D7-E82A-D400-C6E863822F40}"/>
          </ac:spMkLst>
        </pc:spChg>
      </pc:sldChg>
      <pc:sldChg chg="modSp mod addAnim delAnim modAnim modNotesTx">
        <pc:chgData name="Zlatko Kovacic" userId="5ff10bcea318e6e4" providerId="LiveId" clId="{57DA8AB0-FD1A-47AC-B1C4-0F1C52153CB1}" dt="2026-08-18T23:08:47.218" v="932"/>
        <pc:sldMkLst>
          <pc:docMk/>
          <pc:sldMk cId="0" sldId="265"/>
        </pc:sldMkLst>
        <pc:spChg chg="mod">
          <ac:chgData name="Zlatko Kovacic" userId="5ff10bcea318e6e4" providerId="LiveId" clId="{57DA8AB0-FD1A-47AC-B1C4-0F1C52153CB1}" dt="2026-08-18T10:43:22.600" v="201" actId="255"/>
          <ac:spMkLst>
            <pc:docMk/>
            <pc:sldMk cId="0" sldId="265"/>
            <ac:spMk id="3" creationId="{00000000-0000-0000-0000-000000000000}"/>
          </ac:spMkLst>
        </pc:spChg>
        <pc:spChg chg="mod">
          <ac:chgData name="Zlatko Kovacic" userId="5ff10bcea318e6e4" providerId="LiveId" clId="{57DA8AB0-FD1A-47AC-B1C4-0F1C52153CB1}" dt="2026-08-18T10:41:10.745" v="182" actId="255"/>
          <ac:spMkLst>
            <pc:docMk/>
            <pc:sldMk cId="0" sldId="265"/>
            <ac:spMk id="5" creationId="{00000000-0000-0000-0000-000000000000}"/>
          </ac:spMkLst>
        </pc:spChg>
        <pc:spChg chg="mod">
          <ac:chgData name="Zlatko Kovacic" userId="5ff10bcea318e6e4" providerId="LiveId" clId="{57DA8AB0-FD1A-47AC-B1C4-0F1C52153CB1}" dt="2026-08-18T10:41:16.666" v="183" actId="255"/>
          <ac:spMkLst>
            <pc:docMk/>
            <pc:sldMk cId="0" sldId="265"/>
            <ac:spMk id="6" creationId="{00000000-0000-0000-0000-000000000000}"/>
          </ac:spMkLst>
        </pc:spChg>
        <pc:spChg chg="mod">
          <ac:chgData name="Zlatko Kovacic" userId="5ff10bcea318e6e4" providerId="LiveId" clId="{57DA8AB0-FD1A-47AC-B1C4-0F1C52153CB1}" dt="2026-08-18T10:41:20.995" v="184" actId="255"/>
          <ac:spMkLst>
            <pc:docMk/>
            <pc:sldMk cId="0" sldId="265"/>
            <ac:spMk id="7" creationId="{00000000-0000-0000-0000-000000000000}"/>
          </ac:spMkLst>
        </pc:spChg>
        <pc:spChg chg="mod">
          <ac:chgData name="Zlatko Kovacic" userId="5ff10bcea318e6e4" providerId="LiveId" clId="{57DA8AB0-FD1A-47AC-B1C4-0F1C52153CB1}" dt="2026-08-18T10:41:26.145" v="185" actId="255"/>
          <ac:spMkLst>
            <pc:docMk/>
            <pc:sldMk cId="0" sldId="265"/>
            <ac:spMk id="8" creationId="{00000000-0000-0000-0000-000000000000}"/>
          </ac:spMkLst>
        </pc:spChg>
        <pc:spChg chg="mod">
          <ac:chgData name="Zlatko Kovacic" userId="5ff10bcea318e6e4" providerId="LiveId" clId="{57DA8AB0-FD1A-47AC-B1C4-0F1C52153CB1}" dt="2026-08-18T10:52:28.684" v="232" actId="255"/>
          <ac:spMkLst>
            <pc:docMk/>
            <pc:sldMk cId="0" sldId="265"/>
            <ac:spMk id="9" creationId="{00000000-0000-0000-0000-000000000000}"/>
          </ac:spMkLst>
        </pc:spChg>
        <pc:spChg chg="mod">
          <ac:chgData name="Zlatko Kovacic" userId="5ff10bcea318e6e4" providerId="LiveId" clId="{57DA8AB0-FD1A-47AC-B1C4-0F1C52153CB1}" dt="2026-08-18T10:41:41.607" v="188" actId="14100"/>
          <ac:spMkLst>
            <pc:docMk/>
            <pc:sldMk cId="0" sldId="265"/>
            <ac:spMk id="10" creationId="{00000000-0000-0000-0000-000000000000}"/>
          </ac:spMkLst>
        </pc:spChg>
        <pc:spChg chg="mod">
          <ac:chgData name="Zlatko Kovacic" userId="5ff10bcea318e6e4" providerId="LiveId" clId="{57DA8AB0-FD1A-47AC-B1C4-0F1C52153CB1}" dt="2026-08-18T10:41:51.391" v="189" actId="255"/>
          <ac:spMkLst>
            <pc:docMk/>
            <pc:sldMk cId="0" sldId="265"/>
            <ac:spMk id="11" creationId="{00000000-0000-0000-0000-000000000000}"/>
          </ac:spMkLst>
        </pc:spChg>
        <pc:spChg chg="mod">
          <ac:chgData name="Zlatko Kovacic" userId="5ff10bcea318e6e4" providerId="LiveId" clId="{57DA8AB0-FD1A-47AC-B1C4-0F1C52153CB1}" dt="2026-08-18T10:42:21.437" v="194" actId="1076"/>
          <ac:spMkLst>
            <pc:docMk/>
            <pc:sldMk cId="0" sldId="265"/>
            <ac:spMk id="12" creationId="{00000000-0000-0000-0000-000000000000}"/>
          </ac:spMkLst>
        </pc:spChg>
        <pc:spChg chg="mod">
          <ac:chgData name="Zlatko Kovacic" userId="5ff10bcea318e6e4" providerId="LiveId" clId="{57DA8AB0-FD1A-47AC-B1C4-0F1C52153CB1}" dt="2026-08-18T10:43:00.055" v="199" actId="1076"/>
          <ac:spMkLst>
            <pc:docMk/>
            <pc:sldMk cId="0" sldId="265"/>
            <ac:spMk id="13" creationId="{00000000-0000-0000-0000-000000000000}"/>
          </ac:spMkLst>
        </pc:spChg>
      </pc:sldChg>
      <pc:sldChg chg="delSp modSp mod modAnim">
        <pc:chgData name="Zlatko Kovacic" userId="5ff10bcea318e6e4" providerId="LiveId" clId="{57DA8AB0-FD1A-47AC-B1C4-0F1C52153CB1}" dt="2026-08-18T11:05:33.616" v="288"/>
        <pc:sldMkLst>
          <pc:docMk/>
          <pc:sldMk cId="0" sldId="266"/>
        </pc:sldMkLst>
        <pc:spChg chg="mod">
          <ac:chgData name="Zlatko Kovacic" userId="5ff10bcea318e6e4" providerId="LiveId" clId="{57DA8AB0-FD1A-47AC-B1C4-0F1C52153CB1}" dt="2026-08-18T10:56:18.453" v="234" actId="255"/>
          <ac:spMkLst>
            <pc:docMk/>
            <pc:sldMk cId="0" sldId="266"/>
            <ac:spMk id="3" creationId="{00000000-0000-0000-0000-000000000000}"/>
          </ac:spMkLst>
        </pc:spChg>
        <pc:spChg chg="mod">
          <ac:chgData name="Zlatko Kovacic" userId="5ff10bcea318e6e4" providerId="LiveId" clId="{57DA8AB0-FD1A-47AC-B1C4-0F1C52153CB1}" dt="2026-08-18T11:05:17.527" v="286" actId="1076"/>
          <ac:spMkLst>
            <pc:docMk/>
            <pc:sldMk cId="0" sldId="266"/>
            <ac:spMk id="5" creationId="{00000000-0000-0000-0000-000000000000}"/>
          </ac:spMkLst>
        </pc:spChg>
        <pc:spChg chg="mod">
          <ac:chgData name="Zlatko Kovacic" userId="5ff10bcea318e6e4" providerId="LiveId" clId="{57DA8AB0-FD1A-47AC-B1C4-0F1C52153CB1}" dt="2026-08-18T11:05:12.032" v="285" actId="1076"/>
          <ac:spMkLst>
            <pc:docMk/>
            <pc:sldMk cId="0" sldId="266"/>
            <ac:spMk id="20" creationId="{00000000-0000-0000-0000-000000000000}"/>
          </ac:spMkLst>
        </pc:spChg>
        <pc:spChg chg="mod">
          <ac:chgData name="Zlatko Kovacic" userId="5ff10bcea318e6e4" providerId="LiveId" clId="{57DA8AB0-FD1A-47AC-B1C4-0F1C52153CB1}" dt="2026-08-18T11:05:08.178" v="284" actId="1076"/>
          <ac:spMkLst>
            <pc:docMk/>
            <pc:sldMk cId="0" sldId="266"/>
            <ac:spMk id="21" creationId="{00000000-0000-0000-0000-000000000000}"/>
          </ac:spMkLst>
        </pc:spChg>
      </pc:sldChg>
      <pc:sldChg chg="addSp modSp mod">
        <pc:chgData name="Zlatko Kovacic" userId="5ff10bcea318e6e4" providerId="LiveId" clId="{57DA8AB0-FD1A-47AC-B1C4-0F1C52153CB1}" dt="2026-08-18T11:19:15.261" v="345" actId="1076"/>
        <pc:sldMkLst>
          <pc:docMk/>
          <pc:sldMk cId="0" sldId="267"/>
        </pc:sldMkLst>
        <pc:spChg chg="mod">
          <ac:chgData name="Zlatko Kovacic" userId="5ff10bcea318e6e4" providerId="LiveId" clId="{57DA8AB0-FD1A-47AC-B1C4-0F1C52153CB1}" dt="2026-08-18T11:13:34.293" v="304" actId="255"/>
          <ac:spMkLst>
            <pc:docMk/>
            <pc:sldMk cId="0" sldId="267"/>
            <ac:spMk id="3" creationId="{00000000-0000-0000-0000-000000000000}"/>
          </ac:spMkLst>
        </pc:spChg>
        <pc:spChg chg="mod">
          <ac:chgData name="Zlatko Kovacic" userId="5ff10bcea318e6e4" providerId="LiveId" clId="{57DA8AB0-FD1A-47AC-B1C4-0F1C52153CB1}" dt="2026-08-18T11:18:30.451" v="340" actId="1076"/>
          <ac:spMkLst>
            <pc:docMk/>
            <pc:sldMk cId="0" sldId="267"/>
            <ac:spMk id="5" creationId="{00000000-0000-0000-0000-000000000000}"/>
          </ac:spMkLst>
        </pc:spChg>
        <pc:spChg chg="mod">
          <ac:chgData name="Zlatko Kovacic" userId="5ff10bcea318e6e4" providerId="LiveId" clId="{57DA8AB0-FD1A-47AC-B1C4-0F1C52153CB1}" dt="2026-08-18T11:17:16.932" v="333" actId="164"/>
          <ac:spMkLst>
            <pc:docMk/>
            <pc:sldMk cId="0" sldId="267"/>
            <ac:spMk id="6" creationId="{00000000-0000-0000-0000-000000000000}"/>
          </ac:spMkLst>
        </pc:spChg>
        <pc:spChg chg="mod">
          <ac:chgData name="Zlatko Kovacic" userId="5ff10bcea318e6e4" providerId="LiveId" clId="{57DA8AB0-FD1A-47AC-B1C4-0F1C52153CB1}" dt="2026-08-18T11:17:16.932" v="333" actId="164"/>
          <ac:spMkLst>
            <pc:docMk/>
            <pc:sldMk cId="0" sldId="267"/>
            <ac:spMk id="7" creationId="{00000000-0000-0000-0000-000000000000}"/>
          </ac:spMkLst>
        </pc:spChg>
        <pc:spChg chg="mod">
          <ac:chgData name="Zlatko Kovacic" userId="5ff10bcea318e6e4" providerId="LiveId" clId="{57DA8AB0-FD1A-47AC-B1C4-0F1C52153CB1}" dt="2026-08-18T11:18:15.336" v="338" actId="1076"/>
          <ac:spMkLst>
            <pc:docMk/>
            <pc:sldMk cId="0" sldId="267"/>
            <ac:spMk id="8" creationId="{00000000-0000-0000-0000-000000000000}"/>
          </ac:spMkLst>
        </pc:spChg>
        <pc:spChg chg="mod">
          <ac:chgData name="Zlatko Kovacic" userId="5ff10bcea318e6e4" providerId="LiveId" clId="{57DA8AB0-FD1A-47AC-B1C4-0F1C52153CB1}" dt="2026-08-18T11:17:05.814" v="332" actId="164"/>
          <ac:spMkLst>
            <pc:docMk/>
            <pc:sldMk cId="0" sldId="267"/>
            <ac:spMk id="9" creationId="{00000000-0000-0000-0000-000000000000}"/>
          </ac:spMkLst>
        </pc:spChg>
        <pc:spChg chg="mod">
          <ac:chgData name="Zlatko Kovacic" userId="5ff10bcea318e6e4" providerId="LiveId" clId="{57DA8AB0-FD1A-47AC-B1C4-0F1C52153CB1}" dt="2026-08-18T11:17:05.814" v="332" actId="164"/>
          <ac:spMkLst>
            <pc:docMk/>
            <pc:sldMk cId="0" sldId="267"/>
            <ac:spMk id="10" creationId="{00000000-0000-0000-0000-000000000000}"/>
          </ac:spMkLst>
        </pc:spChg>
        <pc:spChg chg="mod">
          <ac:chgData name="Zlatko Kovacic" userId="5ff10bcea318e6e4" providerId="LiveId" clId="{57DA8AB0-FD1A-47AC-B1C4-0F1C52153CB1}" dt="2026-08-18T11:18:21.752" v="339" actId="1076"/>
          <ac:spMkLst>
            <pc:docMk/>
            <pc:sldMk cId="0" sldId="267"/>
            <ac:spMk id="11" creationId="{00000000-0000-0000-0000-000000000000}"/>
          </ac:spMkLst>
        </pc:spChg>
        <pc:spChg chg="mod">
          <ac:chgData name="Zlatko Kovacic" userId="5ff10bcea318e6e4" providerId="LiveId" clId="{57DA8AB0-FD1A-47AC-B1C4-0F1C52153CB1}" dt="2026-08-18T11:16:55.866" v="331" actId="164"/>
          <ac:spMkLst>
            <pc:docMk/>
            <pc:sldMk cId="0" sldId="267"/>
            <ac:spMk id="12" creationId="{00000000-0000-0000-0000-000000000000}"/>
          </ac:spMkLst>
        </pc:spChg>
        <pc:spChg chg="mod">
          <ac:chgData name="Zlatko Kovacic" userId="5ff10bcea318e6e4" providerId="LiveId" clId="{57DA8AB0-FD1A-47AC-B1C4-0F1C52153CB1}" dt="2026-08-18T11:16:55.866" v="331" actId="164"/>
          <ac:spMkLst>
            <pc:docMk/>
            <pc:sldMk cId="0" sldId="267"/>
            <ac:spMk id="13" creationId="{00000000-0000-0000-0000-000000000000}"/>
          </ac:spMkLst>
        </pc:spChg>
        <pc:spChg chg="mod">
          <ac:chgData name="Zlatko Kovacic" userId="5ff10bcea318e6e4" providerId="LiveId" clId="{57DA8AB0-FD1A-47AC-B1C4-0F1C52153CB1}" dt="2026-08-18T11:19:15.261" v="345" actId="1076"/>
          <ac:spMkLst>
            <pc:docMk/>
            <pc:sldMk cId="0" sldId="267"/>
            <ac:spMk id="14" creationId="{00000000-0000-0000-0000-000000000000}"/>
          </ac:spMkLst>
        </pc:spChg>
        <pc:grpChg chg="add mod">
          <ac:chgData name="Zlatko Kovacic" userId="5ff10bcea318e6e4" providerId="LiveId" clId="{57DA8AB0-FD1A-47AC-B1C4-0F1C52153CB1}" dt="2026-08-18T11:18:55.171" v="342" actId="1076"/>
          <ac:grpSpMkLst>
            <pc:docMk/>
            <pc:sldMk cId="0" sldId="267"/>
            <ac:grpSpMk id="18" creationId="{C8CB3851-5A7A-ECB1-7AB4-50CC1DE03C50}"/>
          </ac:grpSpMkLst>
        </pc:grpChg>
        <pc:grpChg chg="add mod">
          <ac:chgData name="Zlatko Kovacic" userId="5ff10bcea318e6e4" providerId="LiveId" clId="{57DA8AB0-FD1A-47AC-B1C4-0F1C52153CB1}" dt="2026-08-18T11:19:00.727" v="343" actId="1076"/>
          <ac:grpSpMkLst>
            <pc:docMk/>
            <pc:sldMk cId="0" sldId="267"/>
            <ac:grpSpMk id="19" creationId="{47D57350-551D-086F-8A28-7574260513AB}"/>
          </ac:grpSpMkLst>
        </pc:grpChg>
        <pc:grpChg chg="add mod">
          <ac:chgData name="Zlatko Kovacic" userId="5ff10bcea318e6e4" providerId="LiveId" clId="{57DA8AB0-FD1A-47AC-B1C4-0F1C52153CB1}" dt="2026-08-18T11:19:04.149" v="344" actId="1076"/>
          <ac:grpSpMkLst>
            <pc:docMk/>
            <pc:sldMk cId="0" sldId="267"/>
            <ac:grpSpMk id="20" creationId="{BF5BC318-3864-6F22-A154-C8EF09FD1E0E}"/>
          </ac:grpSpMkLst>
        </pc:grpChg>
      </pc:sldChg>
      <pc:sldChg chg="addSp modSp mod modAnim">
        <pc:chgData name="Zlatko Kovacic" userId="5ff10bcea318e6e4" providerId="LiveId" clId="{57DA8AB0-FD1A-47AC-B1C4-0F1C52153CB1}" dt="2026-08-18T11:34:06.412" v="418" actId="114"/>
        <pc:sldMkLst>
          <pc:docMk/>
          <pc:sldMk cId="0" sldId="268"/>
        </pc:sldMkLst>
        <pc:spChg chg="mod">
          <ac:chgData name="Zlatko Kovacic" userId="5ff10bcea318e6e4" providerId="LiveId" clId="{57DA8AB0-FD1A-47AC-B1C4-0F1C52153CB1}" dt="2026-08-18T11:32:04.229" v="415" actId="1076"/>
          <ac:spMkLst>
            <pc:docMk/>
            <pc:sldMk cId="0" sldId="268"/>
            <ac:spMk id="4" creationId="{00000000-0000-0000-0000-000000000000}"/>
          </ac:spMkLst>
        </pc:spChg>
        <pc:spChg chg="mod">
          <ac:chgData name="Zlatko Kovacic" userId="5ff10bcea318e6e4" providerId="LiveId" clId="{57DA8AB0-FD1A-47AC-B1C4-0F1C52153CB1}" dt="2026-08-18T11:31:15.860" v="407" actId="114"/>
          <ac:spMkLst>
            <pc:docMk/>
            <pc:sldMk cId="0" sldId="268"/>
            <ac:spMk id="5" creationId="{00000000-0000-0000-0000-000000000000}"/>
          </ac:spMkLst>
        </pc:spChg>
        <pc:spChg chg="mod">
          <ac:chgData name="Zlatko Kovacic" userId="5ff10bcea318e6e4" providerId="LiveId" clId="{57DA8AB0-FD1A-47AC-B1C4-0F1C52153CB1}" dt="2026-08-18T11:31:28.140" v="410" actId="1076"/>
          <ac:spMkLst>
            <pc:docMk/>
            <pc:sldMk cId="0" sldId="268"/>
            <ac:spMk id="6" creationId="{00000000-0000-0000-0000-000000000000}"/>
          </ac:spMkLst>
        </pc:spChg>
        <pc:spChg chg="mod">
          <ac:chgData name="Zlatko Kovacic" userId="5ff10bcea318e6e4" providerId="LiveId" clId="{57DA8AB0-FD1A-47AC-B1C4-0F1C52153CB1}" dt="2026-08-18T11:31:39.275" v="413" actId="14100"/>
          <ac:spMkLst>
            <pc:docMk/>
            <pc:sldMk cId="0" sldId="268"/>
            <ac:spMk id="7" creationId="{00000000-0000-0000-0000-000000000000}"/>
          </ac:spMkLst>
        </pc:spChg>
        <pc:spChg chg="mod">
          <ac:chgData name="Zlatko Kovacic" userId="5ff10bcea318e6e4" providerId="LiveId" clId="{57DA8AB0-FD1A-47AC-B1C4-0F1C52153CB1}" dt="2026-08-18T11:32:18.062" v="416" actId="164"/>
          <ac:spMkLst>
            <pc:docMk/>
            <pc:sldMk cId="0" sldId="268"/>
            <ac:spMk id="14" creationId="{00000000-0000-0000-0000-000000000000}"/>
          </ac:spMkLst>
        </pc:spChg>
        <pc:spChg chg="mod">
          <ac:chgData name="Zlatko Kovacic" userId="5ff10bcea318e6e4" providerId="LiveId" clId="{57DA8AB0-FD1A-47AC-B1C4-0F1C52153CB1}" dt="2026-08-18T11:32:18.062" v="416" actId="164"/>
          <ac:spMkLst>
            <pc:docMk/>
            <pc:sldMk cId="0" sldId="268"/>
            <ac:spMk id="15" creationId="{00000000-0000-0000-0000-000000000000}"/>
          </ac:spMkLst>
        </pc:spChg>
        <pc:spChg chg="mod">
          <ac:chgData name="Zlatko Kovacic" userId="5ff10bcea318e6e4" providerId="LiveId" clId="{57DA8AB0-FD1A-47AC-B1C4-0F1C52153CB1}" dt="2026-08-18T11:32:18.062" v="416" actId="164"/>
          <ac:spMkLst>
            <pc:docMk/>
            <pc:sldMk cId="0" sldId="268"/>
            <ac:spMk id="16" creationId="{00000000-0000-0000-0000-000000000000}"/>
          </ac:spMkLst>
        </pc:spChg>
        <pc:spChg chg="mod">
          <ac:chgData name="Zlatko Kovacic" userId="5ff10bcea318e6e4" providerId="LiveId" clId="{57DA8AB0-FD1A-47AC-B1C4-0F1C52153CB1}" dt="2026-08-18T11:32:18.062" v="416" actId="164"/>
          <ac:spMkLst>
            <pc:docMk/>
            <pc:sldMk cId="0" sldId="268"/>
            <ac:spMk id="18" creationId="{00000000-0000-0000-0000-000000000000}"/>
          </ac:spMkLst>
        </pc:spChg>
        <pc:spChg chg="mod">
          <ac:chgData name="Zlatko Kovacic" userId="5ff10bcea318e6e4" providerId="LiveId" clId="{57DA8AB0-FD1A-47AC-B1C4-0F1C52153CB1}" dt="2026-08-18T11:32:18.062" v="416" actId="164"/>
          <ac:spMkLst>
            <pc:docMk/>
            <pc:sldMk cId="0" sldId="268"/>
            <ac:spMk id="21" creationId="{00000000-0000-0000-0000-000000000000}"/>
          </ac:spMkLst>
        </pc:spChg>
        <pc:spChg chg="mod">
          <ac:chgData name="Zlatko Kovacic" userId="5ff10bcea318e6e4" providerId="LiveId" clId="{57DA8AB0-FD1A-47AC-B1C4-0F1C52153CB1}" dt="2026-08-18T11:32:18.062" v="416" actId="164"/>
          <ac:spMkLst>
            <pc:docMk/>
            <pc:sldMk cId="0" sldId="268"/>
            <ac:spMk id="22" creationId="{00000000-0000-0000-0000-000000000000}"/>
          </ac:spMkLst>
        </pc:spChg>
        <pc:spChg chg="mod">
          <ac:chgData name="Zlatko Kovacic" userId="5ff10bcea318e6e4" providerId="LiveId" clId="{57DA8AB0-FD1A-47AC-B1C4-0F1C52153CB1}" dt="2026-08-18T11:32:18.062" v="416" actId="164"/>
          <ac:spMkLst>
            <pc:docMk/>
            <pc:sldMk cId="0" sldId="268"/>
            <ac:spMk id="23" creationId="{00000000-0000-0000-0000-000000000000}"/>
          </ac:spMkLst>
        </pc:spChg>
        <pc:spChg chg="mod">
          <ac:chgData name="Zlatko Kovacic" userId="5ff10bcea318e6e4" providerId="LiveId" clId="{57DA8AB0-FD1A-47AC-B1C4-0F1C52153CB1}" dt="2026-08-18T11:32:18.062" v="416" actId="164"/>
          <ac:spMkLst>
            <pc:docMk/>
            <pc:sldMk cId="0" sldId="268"/>
            <ac:spMk id="24" creationId="{00000000-0000-0000-0000-000000000000}"/>
          </ac:spMkLst>
        </pc:spChg>
        <pc:spChg chg="mod">
          <ac:chgData name="Zlatko Kovacic" userId="5ff10bcea318e6e4" providerId="LiveId" clId="{57DA8AB0-FD1A-47AC-B1C4-0F1C52153CB1}" dt="2026-08-18T11:34:06.412" v="418" actId="114"/>
          <ac:spMkLst>
            <pc:docMk/>
            <pc:sldMk cId="0" sldId="268"/>
            <ac:spMk id="25" creationId="{00000000-0000-0000-0000-000000000000}"/>
          </ac:spMkLst>
        </pc:spChg>
        <pc:grpChg chg="add mod">
          <ac:chgData name="Zlatko Kovacic" userId="5ff10bcea318e6e4" providerId="LiveId" clId="{57DA8AB0-FD1A-47AC-B1C4-0F1C52153CB1}" dt="2026-08-18T11:32:18.062" v="416" actId="164"/>
          <ac:grpSpMkLst>
            <pc:docMk/>
            <pc:sldMk cId="0" sldId="268"/>
            <ac:grpSpMk id="8" creationId="{40905DC9-746C-21A5-7CCE-0CA07AD0FE1D}"/>
          </ac:grpSpMkLst>
        </pc:grpChg>
        <pc:cxnChg chg="mod">
          <ac:chgData name="Zlatko Kovacic" userId="5ff10bcea318e6e4" providerId="LiveId" clId="{57DA8AB0-FD1A-47AC-B1C4-0F1C52153CB1}" dt="2026-08-18T11:29:03.708" v="383" actId="692"/>
          <ac:cxnSpMkLst>
            <pc:docMk/>
            <pc:sldMk cId="0" sldId="268"/>
            <ac:cxnSpMk id="19" creationId="{00000000-0000-0000-0000-000000000000}"/>
          </ac:cxnSpMkLst>
        </pc:cxnChg>
        <pc:cxnChg chg="mod">
          <ac:chgData name="Zlatko Kovacic" userId="5ff10bcea318e6e4" providerId="LiveId" clId="{57DA8AB0-FD1A-47AC-B1C4-0F1C52153CB1}" dt="2026-08-18T11:29:30.639" v="391" actId="692"/>
          <ac:cxnSpMkLst>
            <pc:docMk/>
            <pc:sldMk cId="0" sldId="268"/>
            <ac:cxnSpMk id="20" creationId="{00000000-0000-0000-0000-000000000000}"/>
          </ac:cxnSpMkLst>
        </pc:cxnChg>
      </pc:sldChg>
      <pc:sldChg chg="modSp mod">
        <pc:chgData name="Zlatko Kovacic" userId="5ff10bcea318e6e4" providerId="LiveId" clId="{57DA8AB0-FD1A-47AC-B1C4-0F1C52153CB1}" dt="2026-08-18T11:26:50.082" v="369" actId="255"/>
        <pc:sldMkLst>
          <pc:docMk/>
          <pc:sldMk cId="0" sldId="269"/>
        </pc:sldMkLst>
        <pc:spChg chg="mod">
          <ac:chgData name="Zlatko Kovacic" userId="5ff10bcea318e6e4" providerId="LiveId" clId="{57DA8AB0-FD1A-47AC-B1C4-0F1C52153CB1}" dt="2026-08-18T11:26:50.082" v="369" actId="255"/>
          <ac:spMkLst>
            <pc:docMk/>
            <pc:sldMk cId="0" sldId="269"/>
            <ac:spMk id="4" creationId="{00000000-0000-0000-0000-000000000000}"/>
          </ac:spMkLst>
        </pc:spChg>
      </pc:sldChg>
      <pc:sldChg chg="modSp mod">
        <pc:chgData name="Zlatko Kovacic" userId="5ff10bcea318e6e4" providerId="LiveId" clId="{57DA8AB0-FD1A-47AC-B1C4-0F1C52153CB1}" dt="2026-08-18T11:36:51.712" v="437" actId="1076"/>
        <pc:sldMkLst>
          <pc:docMk/>
          <pc:sldMk cId="0" sldId="270"/>
        </pc:sldMkLst>
        <pc:spChg chg="mod">
          <ac:chgData name="Zlatko Kovacic" userId="5ff10bcea318e6e4" providerId="LiveId" clId="{57DA8AB0-FD1A-47AC-B1C4-0F1C52153CB1}" dt="2026-08-18T11:34:40.192" v="419" actId="255"/>
          <ac:spMkLst>
            <pc:docMk/>
            <pc:sldMk cId="0" sldId="270"/>
            <ac:spMk id="3" creationId="{00000000-0000-0000-0000-000000000000}"/>
          </ac:spMkLst>
        </pc:spChg>
        <pc:spChg chg="mod">
          <ac:chgData name="Zlatko Kovacic" userId="5ff10bcea318e6e4" providerId="LiveId" clId="{57DA8AB0-FD1A-47AC-B1C4-0F1C52153CB1}" dt="2026-08-18T11:35:14.698" v="425" actId="14100"/>
          <ac:spMkLst>
            <pc:docMk/>
            <pc:sldMk cId="0" sldId="270"/>
            <ac:spMk id="5" creationId="{00000000-0000-0000-0000-000000000000}"/>
          </ac:spMkLst>
        </pc:spChg>
        <pc:spChg chg="mod">
          <ac:chgData name="Zlatko Kovacic" userId="5ff10bcea318e6e4" providerId="LiveId" clId="{57DA8AB0-FD1A-47AC-B1C4-0F1C52153CB1}" dt="2026-08-18T11:35:22.792" v="426" actId="1076"/>
          <ac:spMkLst>
            <pc:docMk/>
            <pc:sldMk cId="0" sldId="270"/>
            <ac:spMk id="6" creationId="{00000000-0000-0000-0000-000000000000}"/>
          </ac:spMkLst>
        </pc:spChg>
        <pc:spChg chg="mod">
          <ac:chgData name="Zlatko Kovacic" userId="5ff10bcea318e6e4" providerId="LiveId" clId="{57DA8AB0-FD1A-47AC-B1C4-0F1C52153CB1}" dt="2026-08-18T11:36:51.712" v="437" actId="1076"/>
          <ac:spMkLst>
            <pc:docMk/>
            <pc:sldMk cId="0" sldId="270"/>
            <ac:spMk id="7" creationId="{00000000-0000-0000-0000-000000000000}"/>
          </ac:spMkLst>
        </pc:spChg>
        <pc:spChg chg="mod">
          <ac:chgData name="Zlatko Kovacic" userId="5ff10bcea318e6e4" providerId="LiveId" clId="{57DA8AB0-FD1A-47AC-B1C4-0F1C52153CB1}" dt="2026-08-18T11:36:40.209" v="436" actId="1076"/>
          <ac:spMkLst>
            <pc:docMk/>
            <pc:sldMk cId="0" sldId="270"/>
            <ac:spMk id="8" creationId="{00000000-0000-0000-0000-000000000000}"/>
          </ac:spMkLst>
        </pc:spChg>
        <pc:spChg chg="mod">
          <ac:chgData name="Zlatko Kovacic" userId="5ff10bcea318e6e4" providerId="LiveId" clId="{57DA8AB0-FD1A-47AC-B1C4-0F1C52153CB1}" dt="2026-08-18T11:36:34.238" v="435" actId="1076"/>
          <ac:spMkLst>
            <pc:docMk/>
            <pc:sldMk cId="0" sldId="270"/>
            <ac:spMk id="9" creationId="{00000000-0000-0000-0000-000000000000}"/>
          </ac:spMkLst>
        </pc:spChg>
      </pc:sldChg>
      <pc:sldChg chg="modSp mod">
        <pc:chgData name="Zlatko Kovacic" userId="5ff10bcea318e6e4" providerId="LiveId" clId="{57DA8AB0-FD1A-47AC-B1C4-0F1C52153CB1}" dt="2026-08-18T11:39:52.595" v="450" actId="1076"/>
        <pc:sldMkLst>
          <pc:docMk/>
          <pc:sldMk cId="0" sldId="271"/>
        </pc:sldMkLst>
        <pc:spChg chg="mod">
          <ac:chgData name="Zlatko Kovacic" userId="5ff10bcea318e6e4" providerId="LiveId" clId="{57DA8AB0-FD1A-47AC-B1C4-0F1C52153CB1}" dt="2026-08-18T11:37:23.752" v="438" actId="255"/>
          <ac:spMkLst>
            <pc:docMk/>
            <pc:sldMk cId="0" sldId="271"/>
            <ac:spMk id="3" creationId="{00000000-0000-0000-0000-000000000000}"/>
          </ac:spMkLst>
        </pc:spChg>
        <pc:spChg chg="mod">
          <ac:chgData name="Zlatko Kovacic" userId="5ff10bcea318e6e4" providerId="LiveId" clId="{57DA8AB0-FD1A-47AC-B1C4-0F1C52153CB1}" dt="2026-08-18T11:37:58.881" v="442" actId="1076"/>
          <ac:spMkLst>
            <pc:docMk/>
            <pc:sldMk cId="0" sldId="271"/>
            <ac:spMk id="4" creationId="{00000000-0000-0000-0000-000000000000}"/>
          </ac:spMkLst>
        </pc:spChg>
        <pc:spChg chg="mod">
          <ac:chgData name="Zlatko Kovacic" userId="5ff10bcea318e6e4" providerId="LiveId" clId="{57DA8AB0-FD1A-47AC-B1C4-0F1C52153CB1}" dt="2026-08-18T11:37:49.563" v="440" actId="255"/>
          <ac:spMkLst>
            <pc:docMk/>
            <pc:sldMk cId="0" sldId="271"/>
            <ac:spMk id="5" creationId="{00000000-0000-0000-0000-000000000000}"/>
          </ac:spMkLst>
        </pc:spChg>
        <pc:spChg chg="mod">
          <ac:chgData name="Zlatko Kovacic" userId="5ff10bcea318e6e4" providerId="LiveId" clId="{57DA8AB0-FD1A-47AC-B1C4-0F1C52153CB1}" dt="2026-08-18T11:39:52.595" v="450" actId="1076"/>
          <ac:spMkLst>
            <pc:docMk/>
            <pc:sldMk cId="0" sldId="271"/>
            <ac:spMk id="6" creationId="{00000000-0000-0000-0000-000000000000}"/>
          </ac:spMkLst>
        </pc:spChg>
        <pc:spChg chg="mod">
          <ac:chgData name="Zlatko Kovacic" userId="5ff10bcea318e6e4" providerId="LiveId" clId="{57DA8AB0-FD1A-47AC-B1C4-0F1C52153CB1}" dt="2026-08-18T11:39:52.595" v="450" actId="1076"/>
          <ac:spMkLst>
            <pc:docMk/>
            <pc:sldMk cId="0" sldId="271"/>
            <ac:spMk id="7" creationId="{00000000-0000-0000-0000-000000000000}"/>
          </ac:spMkLst>
        </pc:spChg>
        <pc:spChg chg="mod">
          <ac:chgData name="Zlatko Kovacic" userId="5ff10bcea318e6e4" providerId="LiveId" clId="{57DA8AB0-FD1A-47AC-B1C4-0F1C52153CB1}" dt="2026-08-18T11:39:32.867" v="449" actId="1076"/>
          <ac:spMkLst>
            <pc:docMk/>
            <pc:sldMk cId="0" sldId="271"/>
            <ac:spMk id="8" creationId="{00000000-0000-0000-0000-000000000000}"/>
          </ac:spMkLst>
        </pc:spChg>
        <pc:spChg chg="mod">
          <ac:chgData name="Zlatko Kovacic" userId="5ff10bcea318e6e4" providerId="LiveId" clId="{57DA8AB0-FD1A-47AC-B1C4-0F1C52153CB1}" dt="2026-08-18T11:39:52.595" v="450" actId="1076"/>
          <ac:spMkLst>
            <pc:docMk/>
            <pc:sldMk cId="0" sldId="271"/>
            <ac:spMk id="9" creationId="{00000000-0000-0000-0000-000000000000}"/>
          </ac:spMkLst>
        </pc:spChg>
        <pc:spChg chg="mod">
          <ac:chgData name="Zlatko Kovacic" userId="5ff10bcea318e6e4" providerId="LiveId" clId="{57DA8AB0-FD1A-47AC-B1C4-0F1C52153CB1}" dt="2026-08-18T11:39:52.595" v="450" actId="1076"/>
          <ac:spMkLst>
            <pc:docMk/>
            <pc:sldMk cId="0" sldId="271"/>
            <ac:spMk id="10" creationId="{00000000-0000-0000-0000-000000000000}"/>
          </ac:spMkLst>
        </pc:spChg>
        <pc:spChg chg="mod">
          <ac:chgData name="Zlatko Kovacic" userId="5ff10bcea318e6e4" providerId="LiveId" clId="{57DA8AB0-FD1A-47AC-B1C4-0F1C52153CB1}" dt="2026-08-18T11:39:52.595" v="450" actId="1076"/>
          <ac:spMkLst>
            <pc:docMk/>
            <pc:sldMk cId="0" sldId="271"/>
            <ac:spMk id="11" creationId="{00000000-0000-0000-0000-000000000000}"/>
          </ac:spMkLst>
        </pc:spChg>
        <pc:spChg chg="mod">
          <ac:chgData name="Zlatko Kovacic" userId="5ff10bcea318e6e4" providerId="LiveId" clId="{57DA8AB0-FD1A-47AC-B1C4-0F1C52153CB1}" dt="2026-08-18T11:39:52.595" v="450" actId="1076"/>
          <ac:spMkLst>
            <pc:docMk/>
            <pc:sldMk cId="0" sldId="271"/>
            <ac:spMk id="12" creationId="{00000000-0000-0000-0000-000000000000}"/>
          </ac:spMkLst>
        </pc:spChg>
        <pc:spChg chg="mod">
          <ac:chgData name="Zlatko Kovacic" userId="5ff10bcea318e6e4" providerId="LiveId" clId="{57DA8AB0-FD1A-47AC-B1C4-0F1C52153CB1}" dt="2026-08-18T11:39:52.595" v="450" actId="1076"/>
          <ac:spMkLst>
            <pc:docMk/>
            <pc:sldMk cId="0" sldId="271"/>
            <ac:spMk id="13" creationId="{00000000-0000-0000-0000-000000000000}"/>
          </ac:spMkLst>
        </pc:spChg>
        <pc:spChg chg="mod">
          <ac:chgData name="Zlatko Kovacic" userId="5ff10bcea318e6e4" providerId="LiveId" clId="{57DA8AB0-FD1A-47AC-B1C4-0F1C52153CB1}" dt="2026-08-18T11:39:52.595" v="450" actId="1076"/>
          <ac:spMkLst>
            <pc:docMk/>
            <pc:sldMk cId="0" sldId="271"/>
            <ac:spMk id="14" creationId="{00000000-0000-0000-0000-000000000000}"/>
          </ac:spMkLst>
        </pc:spChg>
        <pc:spChg chg="mod">
          <ac:chgData name="Zlatko Kovacic" userId="5ff10bcea318e6e4" providerId="LiveId" clId="{57DA8AB0-FD1A-47AC-B1C4-0F1C52153CB1}" dt="2026-08-18T11:39:52.595" v="450" actId="1076"/>
          <ac:spMkLst>
            <pc:docMk/>
            <pc:sldMk cId="0" sldId="271"/>
            <ac:spMk id="15" creationId="{00000000-0000-0000-0000-000000000000}"/>
          </ac:spMkLst>
        </pc:spChg>
        <pc:spChg chg="mod">
          <ac:chgData name="Zlatko Kovacic" userId="5ff10bcea318e6e4" providerId="LiveId" clId="{57DA8AB0-FD1A-47AC-B1C4-0F1C52153CB1}" dt="2026-08-18T11:39:52.595" v="450" actId="1076"/>
          <ac:spMkLst>
            <pc:docMk/>
            <pc:sldMk cId="0" sldId="271"/>
            <ac:spMk id="16" creationId="{00000000-0000-0000-0000-000000000000}"/>
          </ac:spMkLst>
        </pc:spChg>
        <pc:spChg chg="mod">
          <ac:chgData name="Zlatko Kovacic" userId="5ff10bcea318e6e4" providerId="LiveId" clId="{57DA8AB0-FD1A-47AC-B1C4-0F1C52153CB1}" dt="2026-08-18T11:38:46.585" v="447" actId="20577"/>
          <ac:spMkLst>
            <pc:docMk/>
            <pc:sldMk cId="0" sldId="271"/>
            <ac:spMk id="17" creationId="{00000000-0000-0000-0000-000000000000}"/>
          </ac:spMkLst>
        </pc:spChg>
      </pc:sldChg>
      <pc:sldChg chg="addSp modSp mod modAnim">
        <pc:chgData name="Zlatko Kovacic" userId="5ff10bcea318e6e4" providerId="LiveId" clId="{57DA8AB0-FD1A-47AC-B1C4-0F1C52153CB1}" dt="2026-08-18T11:42:57.301" v="471"/>
        <pc:sldMkLst>
          <pc:docMk/>
          <pc:sldMk cId="0" sldId="272"/>
        </pc:sldMkLst>
        <pc:spChg chg="mod">
          <ac:chgData name="Zlatko Kovacic" userId="5ff10bcea318e6e4" providerId="LiveId" clId="{57DA8AB0-FD1A-47AC-B1C4-0F1C52153CB1}" dt="2026-08-18T11:40:20.891" v="451" actId="255"/>
          <ac:spMkLst>
            <pc:docMk/>
            <pc:sldMk cId="0" sldId="272"/>
            <ac:spMk id="3" creationId="{00000000-0000-0000-0000-000000000000}"/>
          </ac:spMkLst>
        </pc:spChg>
        <pc:spChg chg="mod">
          <ac:chgData name="Zlatko Kovacic" userId="5ff10bcea318e6e4" providerId="LiveId" clId="{57DA8AB0-FD1A-47AC-B1C4-0F1C52153CB1}" dt="2026-08-18T11:41:03.618" v="458" actId="114"/>
          <ac:spMkLst>
            <pc:docMk/>
            <pc:sldMk cId="0" sldId="272"/>
            <ac:spMk id="5" creationId="{00000000-0000-0000-0000-000000000000}"/>
          </ac:spMkLst>
        </pc:spChg>
        <pc:spChg chg="mod">
          <ac:chgData name="Zlatko Kovacic" userId="5ff10bcea318e6e4" providerId="LiveId" clId="{57DA8AB0-FD1A-47AC-B1C4-0F1C52153CB1}" dt="2026-08-18T11:42:28.935" v="468" actId="164"/>
          <ac:spMkLst>
            <pc:docMk/>
            <pc:sldMk cId="0" sldId="272"/>
            <ac:spMk id="6" creationId="{00000000-0000-0000-0000-000000000000}"/>
          </ac:spMkLst>
        </pc:spChg>
        <pc:spChg chg="mod">
          <ac:chgData name="Zlatko Kovacic" userId="5ff10bcea318e6e4" providerId="LiveId" clId="{57DA8AB0-FD1A-47AC-B1C4-0F1C52153CB1}" dt="2026-08-18T11:42:28.935" v="468" actId="164"/>
          <ac:spMkLst>
            <pc:docMk/>
            <pc:sldMk cId="0" sldId="272"/>
            <ac:spMk id="7" creationId="{00000000-0000-0000-0000-000000000000}"/>
          </ac:spMkLst>
        </pc:spChg>
        <pc:spChg chg="mod">
          <ac:chgData name="Zlatko Kovacic" userId="5ff10bcea318e6e4" providerId="LiveId" clId="{57DA8AB0-FD1A-47AC-B1C4-0F1C52153CB1}" dt="2026-08-18T11:42:37.284" v="469" actId="164"/>
          <ac:spMkLst>
            <pc:docMk/>
            <pc:sldMk cId="0" sldId="272"/>
            <ac:spMk id="8" creationId="{00000000-0000-0000-0000-000000000000}"/>
          </ac:spMkLst>
        </pc:spChg>
        <pc:spChg chg="mod">
          <ac:chgData name="Zlatko Kovacic" userId="5ff10bcea318e6e4" providerId="LiveId" clId="{57DA8AB0-FD1A-47AC-B1C4-0F1C52153CB1}" dt="2026-08-18T11:42:37.284" v="469" actId="164"/>
          <ac:spMkLst>
            <pc:docMk/>
            <pc:sldMk cId="0" sldId="272"/>
            <ac:spMk id="9" creationId="{00000000-0000-0000-0000-000000000000}"/>
          </ac:spMkLst>
        </pc:spChg>
        <pc:grpChg chg="add mod">
          <ac:chgData name="Zlatko Kovacic" userId="5ff10bcea318e6e4" providerId="LiveId" clId="{57DA8AB0-FD1A-47AC-B1C4-0F1C52153CB1}" dt="2026-08-18T11:42:28.935" v="468" actId="164"/>
          <ac:grpSpMkLst>
            <pc:docMk/>
            <pc:sldMk cId="0" sldId="272"/>
            <ac:grpSpMk id="13" creationId="{C871C5E1-1100-F239-63BC-F563B6C932A5}"/>
          </ac:grpSpMkLst>
        </pc:grpChg>
        <pc:grpChg chg="add mod">
          <ac:chgData name="Zlatko Kovacic" userId="5ff10bcea318e6e4" providerId="LiveId" clId="{57DA8AB0-FD1A-47AC-B1C4-0F1C52153CB1}" dt="2026-08-18T11:42:37.284" v="469" actId="164"/>
          <ac:grpSpMkLst>
            <pc:docMk/>
            <pc:sldMk cId="0" sldId="272"/>
            <ac:grpSpMk id="14" creationId="{0EA905A4-C9FF-C87E-BE0F-2187382F3D82}"/>
          </ac:grpSpMkLst>
        </pc:grpChg>
      </pc:sldChg>
      <pc:sldChg chg="modSp mod">
        <pc:chgData name="Zlatko Kovacic" userId="5ff10bcea318e6e4" providerId="LiveId" clId="{57DA8AB0-FD1A-47AC-B1C4-0F1C52153CB1}" dt="2026-08-18T11:45:56.079" v="490" actId="14100"/>
        <pc:sldMkLst>
          <pc:docMk/>
          <pc:sldMk cId="0" sldId="273"/>
        </pc:sldMkLst>
        <pc:spChg chg="mod">
          <ac:chgData name="Zlatko Kovacic" userId="5ff10bcea318e6e4" providerId="LiveId" clId="{57DA8AB0-FD1A-47AC-B1C4-0F1C52153CB1}" dt="2026-08-18T11:44:07.323" v="472" actId="255"/>
          <ac:spMkLst>
            <pc:docMk/>
            <pc:sldMk cId="0" sldId="273"/>
            <ac:spMk id="5" creationId="{00000000-0000-0000-0000-000000000000}"/>
          </ac:spMkLst>
        </pc:spChg>
        <pc:spChg chg="mod">
          <ac:chgData name="Zlatko Kovacic" userId="5ff10bcea318e6e4" providerId="LiveId" clId="{57DA8AB0-FD1A-47AC-B1C4-0F1C52153CB1}" dt="2026-08-18T11:45:14.393" v="482" actId="1076"/>
          <ac:spMkLst>
            <pc:docMk/>
            <pc:sldMk cId="0" sldId="273"/>
            <ac:spMk id="6" creationId="{00000000-0000-0000-0000-000000000000}"/>
          </ac:spMkLst>
        </pc:spChg>
        <pc:spChg chg="mod">
          <ac:chgData name="Zlatko Kovacic" userId="5ff10bcea318e6e4" providerId="LiveId" clId="{57DA8AB0-FD1A-47AC-B1C4-0F1C52153CB1}" dt="2026-08-18T11:44:24.356" v="474" actId="255"/>
          <ac:spMkLst>
            <pc:docMk/>
            <pc:sldMk cId="0" sldId="273"/>
            <ac:spMk id="7" creationId="{00000000-0000-0000-0000-000000000000}"/>
          </ac:spMkLst>
        </pc:spChg>
        <pc:spChg chg="mod">
          <ac:chgData name="Zlatko Kovacic" userId="5ff10bcea318e6e4" providerId="LiveId" clId="{57DA8AB0-FD1A-47AC-B1C4-0F1C52153CB1}" dt="2026-08-18T11:44:58.438" v="480" actId="1076"/>
          <ac:spMkLst>
            <pc:docMk/>
            <pc:sldMk cId="0" sldId="273"/>
            <ac:spMk id="8" creationId="{00000000-0000-0000-0000-000000000000}"/>
          </ac:spMkLst>
        </pc:spChg>
        <pc:spChg chg="mod">
          <ac:chgData name="Zlatko Kovacic" userId="5ff10bcea318e6e4" providerId="LiveId" clId="{57DA8AB0-FD1A-47AC-B1C4-0F1C52153CB1}" dt="2026-08-18T11:45:05.776" v="481" actId="1076"/>
          <ac:spMkLst>
            <pc:docMk/>
            <pc:sldMk cId="0" sldId="273"/>
            <ac:spMk id="9" creationId="{00000000-0000-0000-0000-000000000000}"/>
          </ac:spMkLst>
        </pc:spChg>
        <pc:spChg chg="mod">
          <ac:chgData name="Zlatko Kovacic" userId="5ff10bcea318e6e4" providerId="LiveId" clId="{57DA8AB0-FD1A-47AC-B1C4-0F1C52153CB1}" dt="2026-08-18T11:45:38.028" v="486" actId="948"/>
          <ac:spMkLst>
            <pc:docMk/>
            <pc:sldMk cId="0" sldId="273"/>
            <ac:spMk id="10" creationId="{00000000-0000-0000-0000-000000000000}"/>
          </ac:spMkLst>
        </pc:spChg>
        <pc:spChg chg="mod">
          <ac:chgData name="Zlatko Kovacic" userId="5ff10bcea318e6e4" providerId="LiveId" clId="{57DA8AB0-FD1A-47AC-B1C4-0F1C52153CB1}" dt="2026-08-18T11:45:56.079" v="490" actId="14100"/>
          <ac:spMkLst>
            <pc:docMk/>
            <pc:sldMk cId="0" sldId="273"/>
            <ac:spMk id="11" creationId="{00000000-0000-0000-0000-000000000000}"/>
          </ac:spMkLst>
        </pc:spChg>
      </pc:sldChg>
      <pc:sldChg chg="modSp mod">
        <pc:chgData name="Zlatko Kovacic" userId="5ff10bcea318e6e4" providerId="LiveId" clId="{57DA8AB0-FD1A-47AC-B1C4-0F1C52153CB1}" dt="2026-08-18T11:49:36.617" v="503" actId="255"/>
        <pc:sldMkLst>
          <pc:docMk/>
          <pc:sldMk cId="0" sldId="274"/>
        </pc:sldMkLst>
        <pc:spChg chg="mod">
          <ac:chgData name="Zlatko Kovacic" userId="5ff10bcea318e6e4" providerId="LiveId" clId="{57DA8AB0-FD1A-47AC-B1C4-0F1C52153CB1}" dt="2026-08-18T11:49:36.617" v="503" actId="255"/>
          <ac:spMkLst>
            <pc:docMk/>
            <pc:sldMk cId="0" sldId="274"/>
            <ac:spMk id="4" creationId="{00000000-0000-0000-0000-000000000000}"/>
          </ac:spMkLst>
        </pc:spChg>
      </pc:sldChg>
      <pc:sldChg chg="modSp mod">
        <pc:chgData name="Zlatko Kovacic" userId="5ff10bcea318e6e4" providerId="LiveId" clId="{57DA8AB0-FD1A-47AC-B1C4-0F1C52153CB1}" dt="2026-08-18T11:51:56.601" v="520" actId="1076"/>
        <pc:sldMkLst>
          <pc:docMk/>
          <pc:sldMk cId="0" sldId="275"/>
        </pc:sldMkLst>
        <pc:spChg chg="mod">
          <ac:chgData name="Zlatko Kovacic" userId="5ff10bcea318e6e4" providerId="LiveId" clId="{57DA8AB0-FD1A-47AC-B1C4-0F1C52153CB1}" dt="2026-08-18T11:49:56.109" v="504" actId="255"/>
          <ac:spMkLst>
            <pc:docMk/>
            <pc:sldMk cId="0" sldId="275"/>
            <ac:spMk id="3" creationId="{00000000-0000-0000-0000-000000000000}"/>
          </ac:spMkLst>
        </pc:spChg>
        <pc:spChg chg="mod">
          <ac:chgData name="Zlatko Kovacic" userId="5ff10bcea318e6e4" providerId="LiveId" clId="{57DA8AB0-FD1A-47AC-B1C4-0F1C52153CB1}" dt="2026-08-18T11:51:56.601" v="520" actId="1076"/>
          <ac:spMkLst>
            <pc:docMk/>
            <pc:sldMk cId="0" sldId="275"/>
            <ac:spMk id="5" creationId="{00000000-0000-0000-0000-000000000000}"/>
          </ac:spMkLst>
        </pc:spChg>
        <pc:spChg chg="mod">
          <ac:chgData name="Zlatko Kovacic" userId="5ff10bcea318e6e4" providerId="LiveId" clId="{57DA8AB0-FD1A-47AC-B1C4-0F1C52153CB1}" dt="2026-08-18T11:51:42.760" v="518" actId="1076"/>
          <ac:spMkLst>
            <pc:docMk/>
            <pc:sldMk cId="0" sldId="275"/>
            <ac:spMk id="6" creationId="{00000000-0000-0000-0000-000000000000}"/>
          </ac:spMkLst>
        </pc:spChg>
        <pc:spChg chg="mod">
          <ac:chgData name="Zlatko Kovacic" userId="5ff10bcea318e6e4" providerId="LiveId" clId="{57DA8AB0-FD1A-47AC-B1C4-0F1C52153CB1}" dt="2026-08-18T11:51:51.663" v="519" actId="1076"/>
          <ac:spMkLst>
            <pc:docMk/>
            <pc:sldMk cId="0" sldId="275"/>
            <ac:spMk id="7" creationId="{00000000-0000-0000-0000-000000000000}"/>
          </ac:spMkLst>
        </pc:spChg>
        <pc:spChg chg="mod">
          <ac:chgData name="Zlatko Kovacic" userId="5ff10bcea318e6e4" providerId="LiveId" clId="{57DA8AB0-FD1A-47AC-B1C4-0F1C52153CB1}" dt="2026-08-18T11:51:38.262" v="517" actId="1076"/>
          <ac:spMkLst>
            <pc:docMk/>
            <pc:sldMk cId="0" sldId="275"/>
            <ac:spMk id="8" creationId="{00000000-0000-0000-0000-000000000000}"/>
          </ac:spMkLst>
        </pc:spChg>
      </pc:sldChg>
      <pc:sldChg chg="addSp delSp modSp mod addAnim delAnim modAnim">
        <pc:chgData name="Zlatko Kovacic" userId="5ff10bcea318e6e4" providerId="LiveId" clId="{57DA8AB0-FD1A-47AC-B1C4-0F1C52153CB1}" dt="2026-08-18T12:19:10.527" v="658"/>
        <pc:sldMkLst>
          <pc:docMk/>
          <pc:sldMk cId="0" sldId="276"/>
        </pc:sldMkLst>
        <pc:spChg chg="mod">
          <ac:chgData name="Zlatko Kovacic" userId="5ff10bcea318e6e4" providerId="LiveId" clId="{57DA8AB0-FD1A-47AC-B1C4-0F1C52153CB1}" dt="2026-08-18T11:52:28.300" v="521" actId="255"/>
          <ac:spMkLst>
            <pc:docMk/>
            <pc:sldMk cId="0" sldId="276"/>
            <ac:spMk id="3" creationId="{00000000-0000-0000-0000-000000000000}"/>
          </ac:spMkLst>
        </pc:spChg>
        <pc:spChg chg="mod">
          <ac:chgData name="Zlatko Kovacic" userId="5ff10bcea318e6e4" providerId="LiveId" clId="{57DA8AB0-FD1A-47AC-B1C4-0F1C52153CB1}" dt="2026-08-18T11:52:39.421" v="522" actId="255"/>
          <ac:spMkLst>
            <pc:docMk/>
            <pc:sldMk cId="0" sldId="276"/>
            <ac:spMk id="16" creationId="{00000000-0000-0000-0000-000000000000}"/>
          </ac:spMkLst>
        </pc:spChg>
        <pc:spChg chg="mod">
          <ac:chgData name="Zlatko Kovacic" userId="5ff10bcea318e6e4" providerId="LiveId" clId="{57DA8AB0-FD1A-47AC-B1C4-0F1C52153CB1}" dt="2026-08-18T11:54:55.596" v="535" actId="255"/>
          <ac:spMkLst>
            <pc:docMk/>
            <pc:sldMk cId="0" sldId="276"/>
            <ac:spMk id="18" creationId="{00000000-0000-0000-0000-000000000000}"/>
          </ac:spMkLst>
        </pc:spChg>
        <pc:spChg chg="mod">
          <ac:chgData name="Zlatko Kovacic" userId="5ff10bcea318e6e4" providerId="LiveId" clId="{57DA8AB0-FD1A-47AC-B1C4-0F1C52153CB1}" dt="2026-08-18T11:55:58.771" v="543" actId="1076"/>
          <ac:spMkLst>
            <pc:docMk/>
            <pc:sldMk cId="0" sldId="276"/>
            <ac:spMk id="19" creationId="{00000000-0000-0000-0000-000000000000}"/>
          </ac:spMkLst>
        </pc:spChg>
        <pc:spChg chg="mod">
          <ac:chgData name="Zlatko Kovacic" userId="5ff10bcea318e6e4" providerId="LiveId" clId="{57DA8AB0-FD1A-47AC-B1C4-0F1C52153CB1}" dt="2026-08-18T12:07:17.767" v="618" actId="164"/>
          <ac:spMkLst>
            <pc:docMk/>
            <pc:sldMk cId="0" sldId="276"/>
            <ac:spMk id="20" creationId="{00000000-0000-0000-0000-000000000000}"/>
          </ac:spMkLst>
        </pc:spChg>
        <pc:spChg chg="mod">
          <ac:chgData name="Zlatko Kovacic" userId="5ff10bcea318e6e4" providerId="LiveId" clId="{57DA8AB0-FD1A-47AC-B1C4-0F1C52153CB1}" dt="2026-08-18T12:07:17.767" v="618" actId="164"/>
          <ac:spMkLst>
            <pc:docMk/>
            <pc:sldMk cId="0" sldId="276"/>
            <ac:spMk id="21" creationId="{00000000-0000-0000-0000-000000000000}"/>
          </ac:spMkLst>
        </pc:spChg>
        <pc:spChg chg="mod">
          <ac:chgData name="Zlatko Kovacic" userId="5ff10bcea318e6e4" providerId="LiveId" clId="{57DA8AB0-FD1A-47AC-B1C4-0F1C52153CB1}" dt="2026-08-18T12:07:17.767" v="618" actId="164"/>
          <ac:spMkLst>
            <pc:docMk/>
            <pc:sldMk cId="0" sldId="276"/>
            <ac:spMk id="22" creationId="{00000000-0000-0000-0000-000000000000}"/>
          </ac:spMkLst>
        </pc:spChg>
        <pc:spChg chg="mod topLvl">
          <ac:chgData name="Zlatko Kovacic" userId="5ff10bcea318e6e4" providerId="LiveId" clId="{57DA8AB0-FD1A-47AC-B1C4-0F1C52153CB1}" dt="2026-08-18T12:09:46.979" v="627" actId="164"/>
          <ac:spMkLst>
            <pc:docMk/>
            <pc:sldMk cId="0" sldId="276"/>
            <ac:spMk id="23" creationId="{00000000-0000-0000-0000-000000000000}"/>
          </ac:spMkLst>
        </pc:spChg>
        <pc:spChg chg="mod topLvl">
          <ac:chgData name="Zlatko Kovacic" userId="5ff10bcea318e6e4" providerId="LiveId" clId="{57DA8AB0-FD1A-47AC-B1C4-0F1C52153CB1}" dt="2026-08-18T12:09:46.979" v="627" actId="164"/>
          <ac:spMkLst>
            <pc:docMk/>
            <pc:sldMk cId="0" sldId="276"/>
            <ac:spMk id="24" creationId="{00000000-0000-0000-0000-000000000000}"/>
          </ac:spMkLst>
        </pc:spChg>
        <pc:spChg chg="mod topLvl">
          <ac:chgData name="Zlatko Kovacic" userId="5ff10bcea318e6e4" providerId="LiveId" clId="{57DA8AB0-FD1A-47AC-B1C4-0F1C52153CB1}" dt="2026-08-18T12:09:46.979" v="627" actId="164"/>
          <ac:spMkLst>
            <pc:docMk/>
            <pc:sldMk cId="0" sldId="276"/>
            <ac:spMk id="25" creationId="{00000000-0000-0000-0000-000000000000}"/>
          </ac:spMkLst>
        </pc:spChg>
        <pc:spChg chg="mod topLvl">
          <ac:chgData name="Zlatko Kovacic" userId="5ff10bcea318e6e4" providerId="LiveId" clId="{57DA8AB0-FD1A-47AC-B1C4-0F1C52153CB1}" dt="2026-08-18T12:15:37.011" v="644" actId="164"/>
          <ac:spMkLst>
            <pc:docMk/>
            <pc:sldMk cId="0" sldId="276"/>
            <ac:spMk id="26" creationId="{00000000-0000-0000-0000-000000000000}"/>
          </ac:spMkLst>
        </pc:spChg>
        <pc:spChg chg="mod topLvl">
          <ac:chgData name="Zlatko Kovacic" userId="5ff10bcea318e6e4" providerId="LiveId" clId="{57DA8AB0-FD1A-47AC-B1C4-0F1C52153CB1}" dt="2026-08-18T12:15:37.011" v="644" actId="164"/>
          <ac:spMkLst>
            <pc:docMk/>
            <pc:sldMk cId="0" sldId="276"/>
            <ac:spMk id="27" creationId="{00000000-0000-0000-0000-000000000000}"/>
          </ac:spMkLst>
        </pc:spChg>
        <pc:spChg chg="mod topLvl">
          <ac:chgData name="Zlatko Kovacic" userId="5ff10bcea318e6e4" providerId="LiveId" clId="{57DA8AB0-FD1A-47AC-B1C4-0F1C52153CB1}" dt="2026-08-18T12:15:37.011" v="644" actId="164"/>
          <ac:spMkLst>
            <pc:docMk/>
            <pc:sldMk cId="0" sldId="276"/>
            <ac:spMk id="28" creationId="{00000000-0000-0000-0000-000000000000}"/>
          </ac:spMkLst>
        </pc:spChg>
        <pc:spChg chg="mod">
          <ac:chgData name="Zlatko Kovacic" userId="5ff10bcea318e6e4" providerId="LiveId" clId="{57DA8AB0-FD1A-47AC-B1C4-0F1C52153CB1}" dt="2026-08-18T11:55:51.886" v="542" actId="255"/>
          <ac:spMkLst>
            <pc:docMk/>
            <pc:sldMk cId="0" sldId="276"/>
            <ac:spMk id="34" creationId="{00000000-0000-0000-0000-000000000000}"/>
          </ac:spMkLst>
        </pc:spChg>
        <pc:spChg chg="mod">
          <ac:chgData name="Zlatko Kovacic" userId="5ff10bcea318e6e4" providerId="LiveId" clId="{57DA8AB0-FD1A-47AC-B1C4-0F1C52153CB1}" dt="2026-08-18T12:07:17.767" v="618" actId="164"/>
          <ac:spMkLst>
            <pc:docMk/>
            <pc:sldMk cId="0" sldId="276"/>
            <ac:spMk id="39" creationId="{00000000-0000-0000-0000-000000000000}"/>
          </ac:spMkLst>
        </pc:spChg>
        <pc:spChg chg="mod">
          <ac:chgData name="Zlatko Kovacic" userId="5ff10bcea318e6e4" providerId="LiveId" clId="{57DA8AB0-FD1A-47AC-B1C4-0F1C52153CB1}" dt="2026-08-18T12:07:17.767" v="618" actId="164"/>
          <ac:spMkLst>
            <pc:docMk/>
            <pc:sldMk cId="0" sldId="276"/>
            <ac:spMk id="40" creationId="{00000000-0000-0000-0000-000000000000}"/>
          </ac:spMkLst>
        </pc:spChg>
        <pc:spChg chg="mod topLvl">
          <ac:chgData name="Zlatko Kovacic" userId="5ff10bcea318e6e4" providerId="LiveId" clId="{57DA8AB0-FD1A-47AC-B1C4-0F1C52153CB1}" dt="2026-08-18T12:09:46.979" v="627" actId="164"/>
          <ac:spMkLst>
            <pc:docMk/>
            <pc:sldMk cId="0" sldId="276"/>
            <ac:spMk id="48" creationId="{00000000-0000-0000-0000-000000000000}"/>
          </ac:spMkLst>
        </pc:spChg>
        <pc:spChg chg="mod topLvl">
          <ac:chgData name="Zlatko Kovacic" userId="5ff10bcea318e6e4" providerId="LiveId" clId="{57DA8AB0-FD1A-47AC-B1C4-0F1C52153CB1}" dt="2026-08-18T12:15:37.011" v="644" actId="164"/>
          <ac:spMkLst>
            <pc:docMk/>
            <pc:sldMk cId="0" sldId="276"/>
            <ac:spMk id="50" creationId="{00000000-0000-0000-0000-000000000000}"/>
          </ac:spMkLst>
        </pc:spChg>
        <pc:spChg chg="mod topLvl">
          <ac:chgData name="Zlatko Kovacic" userId="5ff10bcea318e6e4" providerId="LiveId" clId="{57DA8AB0-FD1A-47AC-B1C4-0F1C52153CB1}" dt="2026-08-18T12:15:37.011" v="644" actId="164"/>
          <ac:spMkLst>
            <pc:docMk/>
            <pc:sldMk cId="0" sldId="276"/>
            <ac:spMk id="51" creationId="{00000000-0000-0000-0000-000000000000}"/>
          </ac:spMkLst>
        </pc:spChg>
        <pc:spChg chg="mod topLvl">
          <ac:chgData name="Zlatko Kovacic" userId="5ff10bcea318e6e4" providerId="LiveId" clId="{57DA8AB0-FD1A-47AC-B1C4-0F1C52153CB1}" dt="2026-08-18T12:15:37.011" v="644" actId="164"/>
          <ac:spMkLst>
            <pc:docMk/>
            <pc:sldMk cId="0" sldId="276"/>
            <ac:spMk id="52" creationId="{00000000-0000-0000-0000-000000000000}"/>
          </ac:spMkLst>
        </pc:spChg>
        <pc:spChg chg="mod topLvl">
          <ac:chgData name="Zlatko Kovacic" userId="5ff10bcea318e6e4" providerId="LiveId" clId="{57DA8AB0-FD1A-47AC-B1C4-0F1C52153CB1}" dt="2026-08-18T12:15:37.011" v="644" actId="164"/>
          <ac:spMkLst>
            <pc:docMk/>
            <pc:sldMk cId="0" sldId="276"/>
            <ac:spMk id="53" creationId="{00000000-0000-0000-0000-000000000000}"/>
          </ac:spMkLst>
        </pc:spChg>
        <pc:spChg chg="mod topLvl">
          <ac:chgData name="Zlatko Kovacic" userId="5ff10bcea318e6e4" providerId="LiveId" clId="{57DA8AB0-FD1A-47AC-B1C4-0F1C52153CB1}" dt="2026-08-18T12:15:37.011" v="644" actId="164"/>
          <ac:spMkLst>
            <pc:docMk/>
            <pc:sldMk cId="0" sldId="276"/>
            <ac:spMk id="55" creationId="{00000000-0000-0000-0000-000000000000}"/>
          </ac:spMkLst>
        </pc:spChg>
        <pc:spChg chg="mod topLvl">
          <ac:chgData name="Zlatko Kovacic" userId="5ff10bcea318e6e4" providerId="LiveId" clId="{57DA8AB0-FD1A-47AC-B1C4-0F1C52153CB1}" dt="2026-08-18T12:15:37.011" v="644" actId="164"/>
          <ac:spMkLst>
            <pc:docMk/>
            <pc:sldMk cId="0" sldId="276"/>
            <ac:spMk id="56" creationId="{00000000-0000-0000-0000-000000000000}"/>
          </ac:spMkLst>
        </pc:spChg>
        <pc:spChg chg="mod topLvl">
          <ac:chgData name="Zlatko Kovacic" userId="5ff10bcea318e6e4" providerId="LiveId" clId="{57DA8AB0-FD1A-47AC-B1C4-0F1C52153CB1}" dt="2026-08-18T12:15:37.011" v="644" actId="164"/>
          <ac:spMkLst>
            <pc:docMk/>
            <pc:sldMk cId="0" sldId="276"/>
            <ac:spMk id="64" creationId="{00000000-0000-0000-0000-000000000000}"/>
          </ac:spMkLst>
        </pc:spChg>
        <pc:spChg chg="mod">
          <ac:chgData name="Zlatko Kovacic" userId="5ff10bcea318e6e4" providerId="LiveId" clId="{57DA8AB0-FD1A-47AC-B1C4-0F1C52153CB1}" dt="2026-08-18T11:53:11.399" v="525" actId="14100"/>
          <ac:spMkLst>
            <pc:docMk/>
            <pc:sldMk cId="0" sldId="276"/>
            <ac:spMk id="65" creationId="{00000000-0000-0000-0000-000000000000}"/>
          </ac:spMkLst>
        </pc:spChg>
        <pc:grpChg chg="add mod ord">
          <ac:chgData name="Zlatko Kovacic" userId="5ff10bcea318e6e4" providerId="LiveId" clId="{57DA8AB0-FD1A-47AC-B1C4-0F1C52153CB1}" dt="2026-08-18T12:17:37.005" v="653" actId="164"/>
          <ac:grpSpMkLst>
            <pc:docMk/>
            <pc:sldMk cId="0" sldId="276"/>
            <ac:grpSpMk id="5" creationId="{94759BD9-ED44-5F6B-DBC2-A5C922AFC22E}"/>
          </ac:grpSpMkLst>
        </pc:grpChg>
        <pc:grpChg chg="add mod">
          <ac:chgData name="Zlatko Kovacic" userId="5ff10bcea318e6e4" providerId="LiveId" clId="{57DA8AB0-FD1A-47AC-B1C4-0F1C52153CB1}" dt="2026-08-18T12:09:46.979" v="627" actId="164"/>
          <ac:grpSpMkLst>
            <pc:docMk/>
            <pc:sldMk cId="0" sldId="276"/>
            <ac:grpSpMk id="11" creationId="{2573939E-D92B-FA85-F4B2-B21A8ABB4745}"/>
          </ac:grpSpMkLst>
        </pc:grpChg>
        <pc:grpChg chg="add mod">
          <ac:chgData name="Zlatko Kovacic" userId="5ff10bcea318e6e4" providerId="LiveId" clId="{57DA8AB0-FD1A-47AC-B1C4-0F1C52153CB1}" dt="2026-08-18T12:17:37.005" v="653" actId="164"/>
          <ac:grpSpMkLst>
            <pc:docMk/>
            <pc:sldMk cId="0" sldId="276"/>
            <ac:grpSpMk id="70" creationId="{0F65EDBE-4899-681C-6A7E-BFE022D5F39E}"/>
          </ac:grpSpMkLst>
        </pc:grpChg>
        <pc:cxnChg chg="mod">
          <ac:chgData name="Zlatko Kovacic" userId="5ff10bcea318e6e4" providerId="LiveId" clId="{57DA8AB0-FD1A-47AC-B1C4-0F1C52153CB1}" dt="2026-08-18T12:17:37.005" v="653" actId="164"/>
          <ac:cxnSpMkLst>
            <pc:docMk/>
            <pc:sldMk cId="0" sldId="276"/>
            <ac:cxnSpMk id="35" creationId="{00000000-0000-0000-0000-000000000000}"/>
          </ac:cxnSpMkLst>
        </pc:cxnChg>
        <pc:cxnChg chg="mod">
          <ac:chgData name="Zlatko Kovacic" userId="5ff10bcea318e6e4" providerId="LiveId" clId="{57DA8AB0-FD1A-47AC-B1C4-0F1C52153CB1}" dt="2026-08-18T12:07:17.767" v="618" actId="164"/>
          <ac:cxnSpMkLst>
            <pc:docMk/>
            <pc:sldMk cId="0" sldId="276"/>
            <ac:cxnSpMk id="36" creationId="{00000000-0000-0000-0000-000000000000}"/>
          </ac:cxnSpMkLst>
        </pc:cxnChg>
        <pc:cxnChg chg="mod">
          <ac:chgData name="Zlatko Kovacic" userId="5ff10bcea318e6e4" providerId="LiveId" clId="{57DA8AB0-FD1A-47AC-B1C4-0F1C52153CB1}" dt="2026-08-18T12:07:17.767" v="618" actId="164"/>
          <ac:cxnSpMkLst>
            <pc:docMk/>
            <pc:sldMk cId="0" sldId="276"/>
            <ac:cxnSpMk id="37" creationId="{00000000-0000-0000-0000-000000000000}"/>
          </ac:cxnSpMkLst>
        </pc:cxnChg>
        <pc:cxnChg chg="mod">
          <ac:chgData name="Zlatko Kovacic" userId="5ff10bcea318e6e4" providerId="LiveId" clId="{57DA8AB0-FD1A-47AC-B1C4-0F1C52153CB1}" dt="2026-08-18T12:07:17.767" v="618" actId="164"/>
          <ac:cxnSpMkLst>
            <pc:docMk/>
            <pc:sldMk cId="0" sldId="276"/>
            <ac:cxnSpMk id="38" creationId="{00000000-0000-0000-0000-000000000000}"/>
          </ac:cxnSpMkLst>
        </pc:cxnChg>
        <pc:cxnChg chg="mod topLvl">
          <ac:chgData name="Zlatko Kovacic" userId="5ff10bcea318e6e4" providerId="LiveId" clId="{57DA8AB0-FD1A-47AC-B1C4-0F1C52153CB1}" dt="2026-08-18T12:09:19.230" v="625" actId="164"/>
          <ac:cxnSpMkLst>
            <pc:docMk/>
            <pc:sldMk cId="0" sldId="276"/>
            <ac:cxnSpMk id="41" creationId="{00000000-0000-0000-0000-000000000000}"/>
          </ac:cxnSpMkLst>
        </pc:cxnChg>
        <pc:cxnChg chg="mod topLvl">
          <ac:chgData name="Zlatko Kovacic" userId="5ff10bcea318e6e4" providerId="LiveId" clId="{57DA8AB0-FD1A-47AC-B1C4-0F1C52153CB1}" dt="2026-08-18T12:09:46.979" v="627" actId="164"/>
          <ac:cxnSpMkLst>
            <pc:docMk/>
            <pc:sldMk cId="0" sldId="276"/>
            <ac:cxnSpMk id="42" creationId="{00000000-0000-0000-0000-000000000000}"/>
          </ac:cxnSpMkLst>
        </pc:cxnChg>
        <pc:cxnChg chg="mod">
          <ac:chgData name="Zlatko Kovacic" userId="5ff10bcea318e6e4" providerId="LiveId" clId="{57DA8AB0-FD1A-47AC-B1C4-0F1C52153CB1}" dt="2026-08-18T12:09:46.979" v="627" actId="164"/>
          <ac:cxnSpMkLst>
            <pc:docMk/>
            <pc:sldMk cId="0" sldId="276"/>
            <ac:cxnSpMk id="43" creationId="{00000000-0000-0000-0000-000000000000}"/>
          </ac:cxnSpMkLst>
        </pc:cxnChg>
        <pc:cxnChg chg="mod">
          <ac:chgData name="Zlatko Kovacic" userId="5ff10bcea318e6e4" providerId="LiveId" clId="{57DA8AB0-FD1A-47AC-B1C4-0F1C52153CB1}" dt="2026-08-18T12:09:24.081" v="626" actId="164"/>
          <ac:cxnSpMkLst>
            <pc:docMk/>
            <pc:sldMk cId="0" sldId="276"/>
            <ac:cxnSpMk id="44" creationId="{00000000-0000-0000-0000-000000000000}"/>
          </ac:cxnSpMkLst>
        </pc:cxnChg>
        <pc:cxnChg chg="mod topLvl">
          <ac:chgData name="Zlatko Kovacic" userId="5ff10bcea318e6e4" providerId="LiveId" clId="{57DA8AB0-FD1A-47AC-B1C4-0F1C52153CB1}" dt="2026-08-18T12:09:46.979" v="627" actId="164"/>
          <ac:cxnSpMkLst>
            <pc:docMk/>
            <pc:sldMk cId="0" sldId="276"/>
            <ac:cxnSpMk id="45" creationId="{00000000-0000-0000-0000-000000000000}"/>
          </ac:cxnSpMkLst>
        </pc:cxnChg>
        <pc:cxnChg chg="mod topLvl">
          <ac:chgData name="Zlatko Kovacic" userId="5ff10bcea318e6e4" providerId="LiveId" clId="{57DA8AB0-FD1A-47AC-B1C4-0F1C52153CB1}" dt="2026-08-18T12:09:46.979" v="627" actId="164"/>
          <ac:cxnSpMkLst>
            <pc:docMk/>
            <pc:sldMk cId="0" sldId="276"/>
            <ac:cxnSpMk id="46" creationId="{00000000-0000-0000-0000-000000000000}"/>
          </ac:cxnSpMkLst>
        </pc:cxnChg>
        <pc:cxnChg chg="mod topLvl">
          <ac:chgData name="Zlatko Kovacic" userId="5ff10bcea318e6e4" providerId="LiveId" clId="{57DA8AB0-FD1A-47AC-B1C4-0F1C52153CB1}" dt="2026-08-18T12:09:46.979" v="627" actId="164"/>
          <ac:cxnSpMkLst>
            <pc:docMk/>
            <pc:sldMk cId="0" sldId="276"/>
            <ac:cxnSpMk id="47" creationId="{00000000-0000-0000-0000-000000000000}"/>
          </ac:cxnSpMkLst>
        </pc:cxnChg>
      </pc:sldChg>
      <pc:sldChg chg="addSp modSp mod">
        <pc:chgData name="Zlatko Kovacic" userId="5ff10bcea318e6e4" providerId="LiveId" clId="{57DA8AB0-FD1A-47AC-B1C4-0F1C52153CB1}" dt="2026-08-18T12:00:56.642" v="585" actId="1076"/>
        <pc:sldMkLst>
          <pc:docMk/>
          <pc:sldMk cId="0" sldId="277"/>
        </pc:sldMkLst>
        <pc:spChg chg="mod">
          <ac:chgData name="Zlatko Kovacic" userId="5ff10bcea318e6e4" providerId="LiveId" clId="{57DA8AB0-FD1A-47AC-B1C4-0F1C52153CB1}" dt="2026-08-18T11:57:16.113" v="552" actId="255"/>
          <ac:spMkLst>
            <pc:docMk/>
            <pc:sldMk cId="0" sldId="277"/>
            <ac:spMk id="3" creationId="{00000000-0000-0000-0000-000000000000}"/>
          </ac:spMkLst>
        </pc:spChg>
        <pc:spChg chg="mod">
          <ac:chgData name="Zlatko Kovacic" userId="5ff10bcea318e6e4" providerId="LiveId" clId="{57DA8AB0-FD1A-47AC-B1C4-0F1C52153CB1}" dt="2026-08-18T11:59:38.096" v="574" actId="1076"/>
          <ac:spMkLst>
            <pc:docMk/>
            <pc:sldMk cId="0" sldId="277"/>
            <ac:spMk id="5" creationId="{00000000-0000-0000-0000-000000000000}"/>
          </ac:spMkLst>
        </pc:spChg>
        <pc:spChg chg="mod">
          <ac:chgData name="Zlatko Kovacic" userId="5ff10bcea318e6e4" providerId="LiveId" clId="{57DA8AB0-FD1A-47AC-B1C4-0F1C52153CB1}" dt="2026-08-18T11:58:23.076" v="564" actId="1076"/>
          <ac:spMkLst>
            <pc:docMk/>
            <pc:sldMk cId="0" sldId="277"/>
            <ac:spMk id="6" creationId="{00000000-0000-0000-0000-000000000000}"/>
          </ac:spMkLst>
        </pc:spChg>
        <pc:spChg chg="mod">
          <ac:chgData name="Zlatko Kovacic" userId="5ff10bcea318e6e4" providerId="LiveId" clId="{57DA8AB0-FD1A-47AC-B1C4-0F1C52153CB1}" dt="2026-08-18T11:59:16.563" v="572" actId="255"/>
          <ac:spMkLst>
            <pc:docMk/>
            <pc:sldMk cId="0" sldId="277"/>
            <ac:spMk id="7" creationId="{00000000-0000-0000-0000-000000000000}"/>
          </ac:spMkLst>
        </pc:spChg>
        <pc:spChg chg="mod">
          <ac:chgData name="Zlatko Kovacic" userId="5ff10bcea318e6e4" providerId="LiveId" clId="{57DA8AB0-FD1A-47AC-B1C4-0F1C52153CB1}" dt="2026-08-18T11:59:25.853" v="573" actId="1076"/>
          <ac:spMkLst>
            <pc:docMk/>
            <pc:sldMk cId="0" sldId="277"/>
            <ac:spMk id="8" creationId="{00000000-0000-0000-0000-000000000000}"/>
          </ac:spMkLst>
        </pc:spChg>
        <pc:spChg chg="mod">
          <ac:chgData name="Zlatko Kovacic" userId="5ff10bcea318e6e4" providerId="LiveId" clId="{57DA8AB0-FD1A-47AC-B1C4-0F1C52153CB1}" dt="2026-08-18T12:00:56.642" v="585" actId="1076"/>
          <ac:spMkLst>
            <pc:docMk/>
            <pc:sldMk cId="0" sldId="277"/>
            <ac:spMk id="9" creationId="{00000000-0000-0000-0000-000000000000}"/>
          </ac:spMkLst>
        </pc:spChg>
        <pc:spChg chg="add mod">
          <ac:chgData name="Zlatko Kovacic" userId="5ff10bcea318e6e4" providerId="LiveId" clId="{57DA8AB0-FD1A-47AC-B1C4-0F1C52153CB1}" dt="2026-08-18T12:00:32.006" v="582" actId="1076"/>
          <ac:spMkLst>
            <pc:docMk/>
            <pc:sldMk cId="0" sldId="277"/>
            <ac:spMk id="13" creationId="{E3C217D7-2115-11ED-FEF2-A611C139B7CE}"/>
          </ac:spMkLst>
        </pc:spChg>
      </pc:sldChg>
      <pc:sldChg chg="modSp mod">
        <pc:chgData name="Zlatko Kovacic" userId="5ff10bcea318e6e4" providerId="LiveId" clId="{57DA8AB0-FD1A-47AC-B1C4-0F1C52153CB1}" dt="2026-08-18T12:03:53.074" v="601" actId="1076"/>
        <pc:sldMkLst>
          <pc:docMk/>
          <pc:sldMk cId="0" sldId="278"/>
        </pc:sldMkLst>
        <pc:spChg chg="mod">
          <ac:chgData name="Zlatko Kovacic" userId="5ff10bcea318e6e4" providerId="LiveId" clId="{57DA8AB0-FD1A-47AC-B1C4-0F1C52153CB1}" dt="2026-08-18T12:01:41.547" v="586" actId="255"/>
          <ac:spMkLst>
            <pc:docMk/>
            <pc:sldMk cId="0" sldId="278"/>
            <ac:spMk id="3" creationId="{00000000-0000-0000-0000-000000000000}"/>
          </ac:spMkLst>
        </pc:spChg>
        <pc:spChg chg="mod">
          <ac:chgData name="Zlatko Kovacic" userId="5ff10bcea318e6e4" providerId="LiveId" clId="{57DA8AB0-FD1A-47AC-B1C4-0F1C52153CB1}" dt="2026-08-18T12:01:57.674" v="590" actId="1076"/>
          <ac:spMkLst>
            <pc:docMk/>
            <pc:sldMk cId="0" sldId="278"/>
            <ac:spMk id="5" creationId="{00000000-0000-0000-0000-000000000000}"/>
          </ac:spMkLst>
        </pc:spChg>
        <pc:spChg chg="mod">
          <ac:chgData name="Zlatko Kovacic" userId="5ff10bcea318e6e4" providerId="LiveId" clId="{57DA8AB0-FD1A-47AC-B1C4-0F1C52153CB1}" dt="2026-08-18T12:03:44.332" v="600" actId="1076"/>
          <ac:spMkLst>
            <pc:docMk/>
            <pc:sldMk cId="0" sldId="278"/>
            <ac:spMk id="6" creationId="{00000000-0000-0000-0000-000000000000}"/>
          </ac:spMkLst>
        </pc:spChg>
        <pc:spChg chg="mod">
          <ac:chgData name="Zlatko Kovacic" userId="5ff10bcea318e6e4" providerId="LiveId" clId="{57DA8AB0-FD1A-47AC-B1C4-0F1C52153CB1}" dt="2026-08-18T12:03:44.332" v="600" actId="1076"/>
          <ac:spMkLst>
            <pc:docMk/>
            <pc:sldMk cId="0" sldId="278"/>
            <ac:spMk id="7" creationId="{00000000-0000-0000-0000-000000000000}"/>
          </ac:spMkLst>
        </pc:spChg>
        <pc:spChg chg="mod">
          <ac:chgData name="Zlatko Kovacic" userId="5ff10bcea318e6e4" providerId="LiveId" clId="{57DA8AB0-FD1A-47AC-B1C4-0F1C52153CB1}" dt="2026-08-18T12:03:44.332" v="600" actId="1076"/>
          <ac:spMkLst>
            <pc:docMk/>
            <pc:sldMk cId="0" sldId="278"/>
            <ac:spMk id="8" creationId="{00000000-0000-0000-0000-000000000000}"/>
          </ac:spMkLst>
        </pc:spChg>
        <pc:spChg chg="mod">
          <ac:chgData name="Zlatko Kovacic" userId="5ff10bcea318e6e4" providerId="LiveId" clId="{57DA8AB0-FD1A-47AC-B1C4-0F1C52153CB1}" dt="2026-08-18T12:03:44.332" v="600" actId="1076"/>
          <ac:spMkLst>
            <pc:docMk/>
            <pc:sldMk cId="0" sldId="278"/>
            <ac:spMk id="9" creationId="{00000000-0000-0000-0000-000000000000}"/>
          </ac:spMkLst>
        </pc:spChg>
        <pc:spChg chg="mod">
          <ac:chgData name="Zlatko Kovacic" userId="5ff10bcea318e6e4" providerId="LiveId" clId="{57DA8AB0-FD1A-47AC-B1C4-0F1C52153CB1}" dt="2026-08-18T12:03:44.332" v="600" actId="1076"/>
          <ac:spMkLst>
            <pc:docMk/>
            <pc:sldMk cId="0" sldId="278"/>
            <ac:spMk id="10" creationId="{00000000-0000-0000-0000-000000000000}"/>
          </ac:spMkLst>
        </pc:spChg>
        <pc:spChg chg="mod">
          <ac:chgData name="Zlatko Kovacic" userId="5ff10bcea318e6e4" providerId="LiveId" clId="{57DA8AB0-FD1A-47AC-B1C4-0F1C52153CB1}" dt="2026-08-18T12:03:44.332" v="600" actId="1076"/>
          <ac:spMkLst>
            <pc:docMk/>
            <pc:sldMk cId="0" sldId="278"/>
            <ac:spMk id="11" creationId="{00000000-0000-0000-0000-000000000000}"/>
          </ac:spMkLst>
        </pc:spChg>
        <pc:spChg chg="mod">
          <ac:chgData name="Zlatko Kovacic" userId="5ff10bcea318e6e4" providerId="LiveId" clId="{57DA8AB0-FD1A-47AC-B1C4-0F1C52153CB1}" dt="2026-08-18T12:03:53.074" v="601" actId="1076"/>
          <ac:spMkLst>
            <pc:docMk/>
            <pc:sldMk cId="0" sldId="278"/>
            <ac:spMk id="12" creationId="{00000000-0000-0000-0000-000000000000}"/>
          </ac:spMkLst>
        </pc:spChg>
      </pc:sldChg>
      <pc:sldChg chg="modSp mod">
        <pc:chgData name="Zlatko Kovacic" userId="5ff10bcea318e6e4" providerId="LiveId" clId="{57DA8AB0-FD1A-47AC-B1C4-0F1C52153CB1}" dt="2026-08-18T12:05:46.588" v="617" actId="1076"/>
        <pc:sldMkLst>
          <pc:docMk/>
          <pc:sldMk cId="0" sldId="279"/>
        </pc:sldMkLst>
        <pc:spChg chg="mod">
          <ac:chgData name="Zlatko Kovacic" userId="5ff10bcea318e6e4" providerId="LiveId" clId="{57DA8AB0-FD1A-47AC-B1C4-0F1C52153CB1}" dt="2026-08-18T12:04:02.875" v="602" actId="255"/>
          <ac:spMkLst>
            <pc:docMk/>
            <pc:sldMk cId="0" sldId="279"/>
            <ac:spMk id="3" creationId="{00000000-0000-0000-0000-000000000000}"/>
          </ac:spMkLst>
        </pc:spChg>
        <pc:spChg chg="mod">
          <ac:chgData name="Zlatko Kovacic" userId="5ff10bcea318e6e4" providerId="LiveId" clId="{57DA8AB0-FD1A-47AC-B1C4-0F1C52153CB1}" dt="2026-08-18T12:04:19.404" v="604" actId="14100"/>
          <ac:spMkLst>
            <pc:docMk/>
            <pc:sldMk cId="0" sldId="279"/>
            <ac:spMk id="5" creationId="{00000000-0000-0000-0000-000000000000}"/>
          </ac:spMkLst>
        </pc:spChg>
        <pc:spChg chg="mod">
          <ac:chgData name="Zlatko Kovacic" userId="5ff10bcea318e6e4" providerId="LiveId" clId="{57DA8AB0-FD1A-47AC-B1C4-0F1C52153CB1}" dt="2026-08-18T12:05:05.869" v="611" actId="948"/>
          <ac:spMkLst>
            <pc:docMk/>
            <pc:sldMk cId="0" sldId="279"/>
            <ac:spMk id="6" creationId="{00000000-0000-0000-0000-000000000000}"/>
          </ac:spMkLst>
        </pc:spChg>
        <pc:spChg chg="mod">
          <ac:chgData name="Zlatko Kovacic" userId="5ff10bcea318e6e4" providerId="LiveId" clId="{57DA8AB0-FD1A-47AC-B1C4-0F1C52153CB1}" dt="2026-08-18T12:04:52.904" v="610" actId="948"/>
          <ac:spMkLst>
            <pc:docMk/>
            <pc:sldMk cId="0" sldId="279"/>
            <ac:spMk id="7" creationId="{00000000-0000-0000-0000-000000000000}"/>
          </ac:spMkLst>
        </pc:spChg>
        <pc:spChg chg="mod">
          <ac:chgData name="Zlatko Kovacic" userId="5ff10bcea318e6e4" providerId="LiveId" clId="{57DA8AB0-FD1A-47AC-B1C4-0F1C52153CB1}" dt="2026-08-18T12:05:46.588" v="617" actId="1076"/>
          <ac:spMkLst>
            <pc:docMk/>
            <pc:sldMk cId="0" sldId="279"/>
            <ac:spMk id="8" creationId="{00000000-0000-0000-0000-000000000000}"/>
          </ac:spMkLst>
        </pc:spChg>
      </pc:sldChg>
      <pc:sldChg chg="modSp mod">
        <pc:chgData name="Zlatko Kovacic" userId="5ff10bcea318e6e4" providerId="LiveId" clId="{57DA8AB0-FD1A-47AC-B1C4-0F1C52153CB1}" dt="2026-08-18T13:32:06.609" v="896" actId="1076"/>
        <pc:sldMkLst>
          <pc:docMk/>
          <pc:sldMk cId="0" sldId="280"/>
        </pc:sldMkLst>
        <pc:spChg chg="mod">
          <ac:chgData name="Zlatko Kovacic" userId="5ff10bcea318e6e4" providerId="LiveId" clId="{57DA8AB0-FD1A-47AC-B1C4-0F1C52153CB1}" dt="2026-08-18T13:30:54.429" v="893" actId="255"/>
          <ac:spMkLst>
            <pc:docMk/>
            <pc:sldMk cId="0" sldId="280"/>
            <ac:spMk id="3" creationId="{00000000-0000-0000-0000-000000000000}"/>
          </ac:spMkLst>
        </pc:spChg>
        <pc:spChg chg="mod">
          <ac:chgData name="Zlatko Kovacic" userId="5ff10bcea318e6e4" providerId="LiveId" clId="{57DA8AB0-FD1A-47AC-B1C4-0F1C52153CB1}" dt="2026-08-18T13:32:06.609" v="896" actId="1076"/>
          <ac:spMkLst>
            <pc:docMk/>
            <pc:sldMk cId="0" sldId="280"/>
            <ac:spMk id="5" creationId="{00000000-0000-0000-0000-000000000000}"/>
          </ac:spMkLst>
        </pc:spChg>
        <pc:spChg chg="mod">
          <ac:chgData name="Zlatko Kovacic" userId="5ff10bcea318e6e4" providerId="LiveId" clId="{57DA8AB0-FD1A-47AC-B1C4-0F1C52153CB1}" dt="2026-08-18T13:32:06.609" v="896" actId="1076"/>
          <ac:spMkLst>
            <pc:docMk/>
            <pc:sldMk cId="0" sldId="280"/>
            <ac:spMk id="6" creationId="{00000000-0000-0000-0000-000000000000}"/>
          </ac:spMkLst>
        </pc:spChg>
        <pc:spChg chg="mod">
          <ac:chgData name="Zlatko Kovacic" userId="5ff10bcea318e6e4" providerId="LiveId" clId="{57DA8AB0-FD1A-47AC-B1C4-0F1C52153CB1}" dt="2026-08-18T13:32:06.609" v="896" actId="1076"/>
          <ac:spMkLst>
            <pc:docMk/>
            <pc:sldMk cId="0" sldId="280"/>
            <ac:spMk id="7" creationId="{00000000-0000-0000-0000-000000000000}"/>
          </ac:spMkLst>
        </pc:spChg>
        <pc:spChg chg="mod">
          <ac:chgData name="Zlatko Kovacic" userId="5ff10bcea318e6e4" providerId="LiveId" clId="{57DA8AB0-FD1A-47AC-B1C4-0F1C52153CB1}" dt="2026-08-18T13:32:06.609" v="896" actId="1076"/>
          <ac:spMkLst>
            <pc:docMk/>
            <pc:sldMk cId="0" sldId="280"/>
            <ac:spMk id="8" creationId="{00000000-0000-0000-0000-000000000000}"/>
          </ac:spMkLst>
        </pc:spChg>
        <pc:spChg chg="mod">
          <ac:chgData name="Zlatko Kovacic" userId="5ff10bcea318e6e4" providerId="LiveId" clId="{57DA8AB0-FD1A-47AC-B1C4-0F1C52153CB1}" dt="2026-08-18T13:32:06.609" v="896" actId="1076"/>
          <ac:spMkLst>
            <pc:docMk/>
            <pc:sldMk cId="0" sldId="280"/>
            <ac:spMk id="9" creationId="{00000000-0000-0000-0000-000000000000}"/>
          </ac:spMkLst>
        </pc:spChg>
        <pc:spChg chg="mod">
          <ac:chgData name="Zlatko Kovacic" userId="5ff10bcea318e6e4" providerId="LiveId" clId="{57DA8AB0-FD1A-47AC-B1C4-0F1C52153CB1}" dt="2026-08-18T13:32:06.609" v="896" actId="1076"/>
          <ac:spMkLst>
            <pc:docMk/>
            <pc:sldMk cId="0" sldId="280"/>
            <ac:spMk id="10" creationId="{00000000-0000-0000-0000-000000000000}"/>
          </ac:spMkLst>
        </pc:spChg>
        <pc:spChg chg="mod">
          <ac:chgData name="Zlatko Kovacic" userId="5ff10bcea318e6e4" providerId="LiveId" clId="{57DA8AB0-FD1A-47AC-B1C4-0F1C52153CB1}" dt="2026-08-18T13:32:06.609" v="896" actId="1076"/>
          <ac:spMkLst>
            <pc:docMk/>
            <pc:sldMk cId="0" sldId="280"/>
            <ac:spMk id="11" creationId="{00000000-0000-0000-0000-000000000000}"/>
          </ac:spMkLst>
        </pc:spChg>
        <pc:spChg chg="mod">
          <ac:chgData name="Zlatko Kovacic" userId="5ff10bcea318e6e4" providerId="LiveId" clId="{57DA8AB0-FD1A-47AC-B1C4-0F1C52153CB1}" dt="2026-08-18T13:32:06.609" v="896" actId="1076"/>
          <ac:spMkLst>
            <pc:docMk/>
            <pc:sldMk cId="0" sldId="280"/>
            <ac:spMk id="12" creationId="{00000000-0000-0000-0000-000000000000}"/>
          </ac:spMkLst>
        </pc:spChg>
        <pc:spChg chg="mod">
          <ac:chgData name="Zlatko Kovacic" userId="5ff10bcea318e6e4" providerId="LiveId" clId="{57DA8AB0-FD1A-47AC-B1C4-0F1C52153CB1}" dt="2026-08-18T13:31:17.724" v="894" actId="255"/>
          <ac:spMkLst>
            <pc:docMk/>
            <pc:sldMk cId="0" sldId="280"/>
            <ac:spMk id="13" creationId="{00000000-0000-0000-0000-000000000000}"/>
          </ac:spMkLst>
        </pc:spChg>
        <pc:spChg chg="mod">
          <ac:chgData name="Zlatko Kovacic" userId="5ff10bcea318e6e4" providerId="LiveId" clId="{57DA8AB0-FD1A-47AC-B1C4-0F1C52153CB1}" dt="2026-08-18T13:32:06.609" v="896" actId="1076"/>
          <ac:spMkLst>
            <pc:docMk/>
            <pc:sldMk cId="0" sldId="280"/>
            <ac:spMk id="14" creationId="{00000000-0000-0000-0000-000000000000}"/>
          </ac:spMkLst>
        </pc:spChg>
        <pc:spChg chg="mod">
          <ac:chgData name="Zlatko Kovacic" userId="5ff10bcea318e6e4" providerId="LiveId" clId="{57DA8AB0-FD1A-47AC-B1C4-0F1C52153CB1}" dt="2026-08-18T13:32:06.609" v="896" actId="1076"/>
          <ac:spMkLst>
            <pc:docMk/>
            <pc:sldMk cId="0" sldId="280"/>
            <ac:spMk id="15" creationId="{00000000-0000-0000-0000-000000000000}"/>
          </ac:spMkLst>
        </pc:spChg>
        <pc:spChg chg="mod">
          <ac:chgData name="Zlatko Kovacic" userId="5ff10bcea318e6e4" providerId="LiveId" clId="{57DA8AB0-FD1A-47AC-B1C4-0F1C52153CB1}" dt="2026-08-18T13:31:34.018" v="895" actId="255"/>
          <ac:spMkLst>
            <pc:docMk/>
            <pc:sldMk cId="0" sldId="280"/>
            <ac:spMk id="16" creationId="{00000000-0000-0000-0000-000000000000}"/>
          </ac:spMkLst>
        </pc:spChg>
        <pc:spChg chg="mod">
          <ac:chgData name="Zlatko Kovacic" userId="5ff10bcea318e6e4" providerId="LiveId" clId="{57DA8AB0-FD1A-47AC-B1C4-0F1C52153CB1}" dt="2026-08-18T13:30:37.981" v="892" actId="255"/>
          <ac:spMkLst>
            <pc:docMk/>
            <pc:sldMk cId="0" sldId="280"/>
            <ac:spMk id="17" creationId="{00000000-0000-0000-0000-000000000000}"/>
          </ac:spMkLst>
        </pc:spChg>
      </pc:sldChg>
      <pc:sldChg chg="modSp mod">
        <pc:chgData name="Zlatko Kovacic" userId="5ff10bcea318e6e4" providerId="LiveId" clId="{57DA8AB0-FD1A-47AC-B1C4-0F1C52153CB1}" dt="2026-08-18T12:22:46.952" v="682" actId="1076"/>
        <pc:sldMkLst>
          <pc:docMk/>
          <pc:sldMk cId="0" sldId="281"/>
        </pc:sldMkLst>
        <pc:spChg chg="mod">
          <ac:chgData name="Zlatko Kovacic" userId="5ff10bcea318e6e4" providerId="LiveId" clId="{57DA8AB0-FD1A-47AC-B1C4-0F1C52153CB1}" dt="2026-08-18T12:20:49.894" v="659" actId="255"/>
          <ac:spMkLst>
            <pc:docMk/>
            <pc:sldMk cId="0" sldId="281"/>
            <ac:spMk id="3" creationId="{00000000-0000-0000-0000-000000000000}"/>
          </ac:spMkLst>
        </pc:spChg>
        <pc:spChg chg="mod">
          <ac:chgData name="Zlatko Kovacic" userId="5ff10bcea318e6e4" providerId="LiveId" clId="{57DA8AB0-FD1A-47AC-B1C4-0F1C52153CB1}" dt="2026-08-18T12:21:16.191" v="662" actId="14100"/>
          <ac:spMkLst>
            <pc:docMk/>
            <pc:sldMk cId="0" sldId="281"/>
            <ac:spMk id="6" creationId="{00000000-0000-0000-0000-000000000000}"/>
          </ac:spMkLst>
        </pc:spChg>
        <pc:spChg chg="mod">
          <ac:chgData name="Zlatko Kovacic" userId="5ff10bcea318e6e4" providerId="LiveId" clId="{57DA8AB0-FD1A-47AC-B1C4-0F1C52153CB1}" dt="2026-08-18T12:22:04.585" v="673" actId="1076"/>
          <ac:spMkLst>
            <pc:docMk/>
            <pc:sldMk cId="0" sldId="281"/>
            <ac:spMk id="7" creationId="{00000000-0000-0000-0000-000000000000}"/>
          </ac:spMkLst>
        </pc:spChg>
        <pc:spChg chg="mod">
          <ac:chgData name="Zlatko Kovacic" userId="5ff10bcea318e6e4" providerId="LiveId" clId="{57DA8AB0-FD1A-47AC-B1C4-0F1C52153CB1}" dt="2026-08-18T12:22:46.952" v="682" actId="1076"/>
          <ac:spMkLst>
            <pc:docMk/>
            <pc:sldMk cId="0" sldId="281"/>
            <ac:spMk id="8" creationId="{00000000-0000-0000-0000-000000000000}"/>
          </ac:spMkLst>
        </pc:spChg>
        <pc:picChg chg="mod">
          <ac:chgData name="Zlatko Kovacic" userId="5ff10bcea318e6e4" providerId="LiveId" clId="{57DA8AB0-FD1A-47AC-B1C4-0F1C52153CB1}" dt="2026-08-18T12:22:40.641" v="681" actId="1076"/>
          <ac:picMkLst>
            <pc:docMk/>
            <pc:sldMk cId="0" sldId="281"/>
            <ac:picMk id="5" creationId="{00000000-0000-0000-0000-000000000000}"/>
          </ac:picMkLst>
        </pc:picChg>
      </pc:sldChg>
      <pc:sldChg chg="modSp mod">
        <pc:chgData name="Zlatko Kovacic" userId="5ff10bcea318e6e4" providerId="LiveId" clId="{57DA8AB0-FD1A-47AC-B1C4-0F1C52153CB1}" dt="2026-08-18T12:24:42.796" v="696" actId="255"/>
        <pc:sldMkLst>
          <pc:docMk/>
          <pc:sldMk cId="0" sldId="282"/>
        </pc:sldMkLst>
        <pc:spChg chg="mod">
          <ac:chgData name="Zlatko Kovacic" userId="5ff10bcea318e6e4" providerId="LiveId" clId="{57DA8AB0-FD1A-47AC-B1C4-0F1C52153CB1}" dt="2026-08-18T12:23:19.946" v="683" actId="255"/>
          <ac:spMkLst>
            <pc:docMk/>
            <pc:sldMk cId="0" sldId="282"/>
            <ac:spMk id="3" creationId="{00000000-0000-0000-0000-000000000000}"/>
          </ac:spMkLst>
        </pc:spChg>
        <pc:spChg chg="mod">
          <ac:chgData name="Zlatko Kovacic" userId="5ff10bcea318e6e4" providerId="LiveId" clId="{57DA8AB0-FD1A-47AC-B1C4-0F1C52153CB1}" dt="2026-08-18T12:24:09.918" v="692" actId="1076"/>
          <ac:spMkLst>
            <pc:docMk/>
            <pc:sldMk cId="0" sldId="282"/>
            <ac:spMk id="6" creationId="{00000000-0000-0000-0000-000000000000}"/>
          </ac:spMkLst>
        </pc:spChg>
        <pc:spChg chg="mod">
          <ac:chgData name="Zlatko Kovacic" userId="5ff10bcea318e6e4" providerId="LiveId" clId="{57DA8AB0-FD1A-47AC-B1C4-0F1C52153CB1}" dt="2026-08-18T12:24:42.796" v="696" actId="255"/>
          <ac:spMkLst>
            <pc:docMk/>
            <pc:sldMk cId="0" sldId="282"/>
            <ac:spMk id="7" creationId="{00000000-0000-0000-0000-000000000000}"/>
          </ac:spMkLst>
        </pc:spChg>
        <pc:picChg chg="mod">
          <ac:chgData name="Zlatko Kovacic" userId="5ff10bcea318e6e4" providerId="LiveId" clId="{57DA8AB0-FD1A-47AC-B1C4-0F1C52153CB1}" dt="2026-08-18T12:23:25.507" v="684" actId="1076"/>
          <ac:picMkLst>
            <pc:docMk/>
            <pc:sldMk cId="0" sldId="282"/>
            <ac:picMk id="5" creationId="{00000000-0000-0000-0000-000000000000}"/>
          </ac:picMkLst>
        </pc:picChg>
      </pc:sldChg>
      <pc:sldChg chg="modSp mod">
        <pc:chgData name="Zlatko Kovacic" userId="5ff10bcea318e6e4" providerId="LiveId" clId="{57DA8AB0-FD1A-47AC-B1C4-0F1C52153CB1}" dt="2026-08-18T12:27:41.839" v="711" actId="1076"/>
        <pc:sldMkLst>
          <pc:docMk/>
          <pc:sldMk cId="0" sldId="283"/>
        </pc:sldMkLst>
        <pc:spChg chg="mod">
          <ac:chgData name="Zlatko Kovacic" userId="5ff10bcea318e6e4" providerId="LiveId" clId="{57DA8AB0-FD1A-47AC-B1C4-0F1C52153CB1}" dt="2026-08-18T12:25:43.506" v="697" actId="255"/>
          <ac:spMkLst>
            <pc:docMk/>
            <pc:sldMk cId="0" sldId="283"/>
            <ac:spMk id="3" creationId="{00000000-0000-0000-0000-000000000000}"/>
          </ac:spMkLst>
        </pc:spChg>
        <pc:spChg chg="mod">
          <ac:chgData name="Zlatko Kovacic" userId="5ff10bcea318e6e4" providerId="LiveId" clId="{57DA8AB0-FD1A-47AC-B1C4-0F1C52153CB1}" dt="2026-08-18T12:27:35.777" v="710" actId="1076"/>
          <ac:spMkLst>
            <pc:docMk/>
            <pc:sldMk cId="0" sldId="283"/>
            <ac:spMk id="5" creationId="{00000000-0000-0000-0000-000000000000}"/>
          </ac:spMkLst>
        </pc:spChg>
        <pc:spChg chg="mod">
          <ac:chgData name="Zlatko Kovacic" userId="5ff10bcea318e6e4" providerId="LiveId" clId="{57DA8AB0-FD1A-47AC-B1C4-0F1C52153CB1}" dt="2026-08-18T12:27:35.777" v="710" actId="1076"/>
          <ac:spMkLst>
            <pc:docMk/>
            <pc:sldMk cId="0" sldId="283"/>
            <ac:spMk id="6" creationId="{00000000-0000-0000-0000-000000000000}"/>
          </ac:spMkLst>
        </pc:spChg>
        <pc:spChg chg="mod">
          <ac:chgData name="Zlatko Kovacic" userId="5ff10bcea318e6e4" providerId="LiveId" clId="{57DA8AB0-FD1A-47AC-B1C4-0F1C52153CB1}" dt="2026-08-18T12:27:35.777" v="710" actId="1076"/>
          <ac:spMkLst>
            <pc:docMk/>
            <pc:sldMk cId="0" sldId="283"/>
            <ac:spMk id="7" creationId="{00000000-0000-0000-0000-000000000000}"/>
          </ac:spMkLst>
        </pc:spChg>
        <pc:spChg chg="mod">
          <ac:chgData name="Zlatko Kovacic" userId="5ff10bcea318e6e4" providerId="LiveId" clId="{57DA8AB0-FD1A-47AC-B1C4-0F1C52153CB1}" dt="2026-08-18T12:27:35.777" v="710" actId="1076"/>
          <ac:spMkLst>
            <pc:docMk/>
            <pc:sldMk cId="0" sldId="283"/>
            <ac:spMk id="8" creationId="{00000000-0000-0000-0000-000000000000}"/>
          </ac:spMkLst>
        </pc:spChg>
        <pc:spChg chg="mod">
          <ac:chgData name="Zlatko Kovacic" userId="5ff10bcea318e6e4" providerId="LiveId" clId="{57DA8AB0-FD1A-47AC-B1C4-0F1C52153CB1}" dt="2026-08-18T12:27:41.839" v="711" actId="1076"/>
          <ac:spMkLst>
            <pc:docMk/>
            <pc:sldMk cId="0" sldId="283"/>
            <ac:spMk id="9" creationId="{00000000-0000-0000-0000-000000000000}"/>
          </ac:spMkLst>
        </pc:spChg>
      </pc:sldChg>
      <pc:sldChg chg="modSp mod">
        <pc:chgData name="Zlatko Kovacic" userId="5ff10bcea318e6e4" providerId="LiveId" clId="{57DA8AB0-FD1A-47AC-B1C4-0F1C52153CB1}" dt="2026-08-18T12:33:07.257" v="724" actId="255"/>
        <pc:sldMkLst>
          <pc:docMk/>
          <pc:sldMk cId="0" sldId="284"/>
        </pc:sldMkLst>
        <pc:spChg chg="mod">
          <ac:chgData name="Zlatko Kovacic" userId="5ff10bcea318e6e4" providerId="LiveId" clId="{57DA8AB0-FD1A-47AC-B1C4-0F1C52153CB1}" dt="2026-08-18T12:31:42.711" v="712" actId="255"/>
          <ac:spMkLst>
            <pc:docMk/>
            <pc:sldMk cId="0" sldId="284"/>
            <ac:spMk id="3" creationId="{00000000-0000-0000-0000-000000000000}"/>
          </ac:spMkLst>
        </pc:spChg>
        <pc:spChg chg="mod">
          <ac:chgData name="Zlatko Kovacic" userId="5ff10bcea318e6e4" providerId="LiveId" clId="{57DA8AB0-FD1A-47AC-B1C4-0F1C52153CB1}" dt="2026-08-18T12:32:21.078" v="716" actId="255"/>
          <ac:spMkLst>
            <pc:docMk/>
            <pc:sldMk cId="0" sldId="284"/>
            <ac:spMk id="5" creationId="{00000000-0000-0000-0000-000000000000}"/>
          </ac:spMkLst>
        </pc:spChg>
        <pc:spChg chg="mod">
          <ac:chgData name="Zlatko Kovacic" userId="5ff10bcea318e6e4" providerId="LiveId" clId="{57DA8AB0-FD1A-47AC-B1C4-0F1C52153CB1}" dt="2026-08-18T12:32:31.858" v="718" actId="255"/>
          <ac:spMkLst>
            <pc:docMk/>
            <pc:sldMk cId="0" sldId="284"/>
            <ac:spMk id="6" creationId="{00000000-0000-0000-0000-000000000000}"/>
          </ac:spMkLst>
        </pc:spChg>
        <pc:spChg chg="mod">
          <ac:chgData name="Zlatko Kovacic" userId="5ff10bcea318e6e4" providerId="LiveId" clId="{57DA8AB0-FD1A-47AC-B1C4-0F1C52153CB1}" dt="2026-08-18T12:32:36.759" v="719" actId="255"/>
          <ac:spMkLst>
            <pc:docMk/>
            <pc:sldMk cId="0" sldId="284"/>
            <ac:spMk id="7" creationId="{00000000-0000-0000-0000-000000000000}"/>
          </ac:spMkLst>
        </pc:spChg>
        <pc:spChg chg="mod">
          <ac:chgData name="Zlatko Kovacic" userId="5ff10bcea318e6e4" providerId="LiveId" clId="{57DA8AB0-FD1A-47AC-B1C4-0F1C52153CB1}" dt="2026-08-18T12:32:43.671" v="720" actId="255"/>
          <ac:spMkLst>
            <pc:docMk/>
            <pc:sldMk cId="0" sldId="284"/>
            <ac:spMk id="8" creationId="{00000000-0000-0000-0000-000000000000}"/>
          </ac:spMkLst>
        </pc:spChg>
        <pc:spChg chg="mod">
          <ac:chgData name="Zlatko Kovacic" userId="5ff10bcea318e6e4" providerId="LiveId" clId="{57DA8AB0-FD1A-47AC-B1C4-0F1C52153CB1}" dt="2026-08-18T12:32:25.519" v="717" actId="255"/>
          <ac:spMkLst>
            <pc:docMk/>
            <pc:sldMk cId="0" sldId="284"/>
            <ac:spMk id="9" creationId="{00000000-0000-0000-0000-000000000000}"/>
          </ac:spMkLst>
        </pc:spChg>
        <pc:spChg chg="mod">
          <ac:chgData name="Zlatko Kovacic" userId="5ff10bcea318e6e4" providerId="LiveId" clId="{57DA8AB0-FD1A-47AC-B1C4-0F1C52153CB1}" dt="2026-08-18T12:32:49.180" v="721" actId="255"/>
          <ac:spMkLst>
            <pc:docMk/>
            <pc:sldMk cId="0" sldId="284"/>
            <ac:spMk id="10" creationId="{00000000-0000-0000-0000-000000000000}"/>
          </ac:spMkLst>
        </pc:spChg>
        <pc:spChg chg="mod">
          <ac:chgData name="Zlatko Kovacic" userId="5ff10bcea318e6e4" providerId="LiveId" clId="{57DA8AB0-FD1A-47AC-B1C4-0F1C52153CB1}" dt="2026-08-18T12:32:54.584" v="722" actId="255"/>
          <ac:spMkLst>
            <pc:docMk/>
            <pc:sldMk cId="0" sldId="284"/>
            <ac:spMk id="11" creationId="{00000000-0000-0000-0000-000000000000}"/>
          </ac:spMkLst>
        </pc:spChg>
        <pc:spChg chg="mod">
          <ac:chgData name="Zlatko Kovacic" userId="5ff10bcea318e6e4" providerId="LiveId" clId="{57DA8AB0-FD1A-47AC-B1C4-0F1C52153CB1}" dt="2026-08-18T12:33:02.201" v="723" actId="255"/>
          <ac:spMkLst>
            <pc:docMk/>
            <pc:sldMk cId="0" sldId="284"/>
            <ac:spMk id="12" creationId="{00000000-0000-0000-0000-000000000000}"/>
          </ac:spMkLst>
        </pc:spChg>
        <pc:spChg chg="mod">
          <ac:chgData name="Zlatko Kovacic" userId="5ff10bcea318e6e4" providerId="LiveId" clId="{57DA8AB0-FD1A-47AC-B1C4-0F1C52153CB1}" dt="2026-08-18T12:33:07.257" v="724" actId="255"/>
          <ac:spMkLst>
            <pc:docMk/>
            <pc:sldMk cId="0" sldId="284"/>
            <ac:spMk id="13" creationId="{00000000-0000-0000-0000-000000000000}"/>
          </ac:spMkLst>
        </pc:spChg>
        <pc:spChg chg="mod">
          <ac:chgData name="Zlatko Kovacic" userId="5ff10bcea318e6e4" providerId="LiveId" clId="{57DA8AB0-FD1A-47AC-B1C4-0F1C52153CB1}" dt="2026-08-18T12:31:50.454" v="714" actId="255"/>
          <ac:spMkLst>
            <pc:docMk/>
            <pc:sldMk cId="0" sldId="284"/>
            <ac:spMk id="14" creationId="{00000000-0000-0000-0000-000000000000}"/>
          </ac:spMkLst>
        </pc:spChg>
      </pc:sldChg>
      <pc:sldChg chg="modSp mod">
        <pc:chgData name="Zlatko Kovacic" userId="5ff10bcea318e6e4" providerId="LiveId" clId="{57DA8AB0-FD1A-47AC-B1C4-0F1C52153CB1}" dt="2026-08-18T12:34:12.544" v="729" actId="255"/>
        <pc:sldMkLst>
          <pc:docMk/>
          <pc:sldMk cId="0" sldId="285"/>
        </pc:sldMkLst>
        <pc:spChg chg="mod">
          <ac:chgData name="Zlatko Kovacic" userId="5ff10bcea318e6e4" providerId="LiveId" clId="{57DA8AB0-FD1A-47AC-B1C4-0F1C52153CB1}" dt="2026-08-18T12:33:18.444" v="725" actId="255"/>
          <ac:spMkLst>
            <pc:docMk/>
            <pc:sldMk cId="0" sldId="285"/>
            <ac:spMk id="3" creationId="{00000000-0000-0000-0000-000000000000}"/>
          </ac:spMkLst>
        </pc:spChg>
        <pc:spChg chg="mod">
          <ac:chgData name="Zlatko Kovacic" userId="5ff10bcea318e6e4" providerId="LiveId" clId="{57DA8AB0-FD1A-47AC-B1C4-0F1C52153CB1}" dt="2026-08-18T12:33:33.110" v="726" actId="255"/>
          <ac:spMkLst>
            <pc:docMk/>
            <pc:sldMk cId="0" sldId="285"/>
            <ac:spMk id="5" creationId="{00000000-0000-0000-0000-000000000000}"/>
          </ac:spMkLst>
        </pc:spChg>
        <pc:spChg chg="mod">
          <ac:chgData name="Zlatko Kovacic" userId="5ff10bcea318e6e4" providerId="LiveId" clId="{57DA8AB0-FD1A-47AC-B1C4-0F1C52153CB1}" dt="2026-08-18T12:33:57.778" v="728" actId="14100"/>
          <ac:spMkLst>
            <pc:docMk/>
            <pc:sldMk cId="0" sldId="285"/>
            <ac:spMk id="6" creationId="{00000000-0000-0000-0000-000000000000}"/>
          </ac:spMkLst>
        </pc:spChg>
        <pc:spChg chg="mod">
          <ac:chgData name="Zlatko Kovacic" userId="5ff10bcea318e6e4" providerId="LiveId" clId="{57DA8AB0-FD1A-47AC-B1C4-0F1C52153CB1}" dt="2026-08-18T12:33:33.110" v="726" actId="255"/>
          <ac:spMkLst>
            <pc:docMk/>
            <pc:sldMk cId="0" sldId="285"/>
            <ac:spMk id="7" creationId="{00000000-0000-0000-0000-000000000000}"/>
          </ac:spMkLst>
        </pc:spChg>
        <pc:spChg chg="mod">
          <ac:chgData name="Zlatko Kovacic" userId="5ff10bcea318e6e4" providerId="LiveId" clId="{57DA8AB0-FD1A-47AC-B1C4-0F1C52153CB1}" dt="2026-08-18T12:33:57.778" v="728" actId="14100"/>
          <ac:spMkLst>
            <pc:docMk/>
            <pc:sldMk cId="0" sldId="285"/>
            <ac:spMk id="8" creationId="{00000000-0000-0000-0000-000000000000}"/>
          </ac:spMkLst>
        </pc:spChg>
        <pc:spChg chg="mod">
          <ac:chgData name="Zlatko Kovacic" userId="5ff10bcea318e6e4" providerId="LiveId" clId="{57DA8AB0-FD1A-47AC-B1C4-0F1C52153CB1}" dt="2026-08-18T12:33:33.110" v="726" actId="255"/>
          <ac:spMkLst>
            <pc:docMk/>
            <pc:sldMk cId="0" sldId="285"/>
            <ac:spMk id="9" creationId="{00000000-0000-0000-0000-000000000000}"/>
          </ac:spMkLst>
        </pc:spChg>
        <pc:spChg chg="mod">
          <ac:chgData name="Zlatko Kovacic" userId="5ff10bcea318e6e4" providerId="LiveId" clId="{57DA8AB0-FD1A-47AC-B1C4-0F1C52153CB1}" dt="2026-08-18T12:33:57.778" v="728" actId="14100"/>
          <ac:spMkLst>
            <pc:docMk/>
            <pc:sldMk cId="0" sldId="285"/>
            <ac:spMk id="10" creationId="{00000000-0000-0000-0000-000000000000}"/>
          </ac:spMkLst>
        </pc:spChg>
        <pc:spChg chg="mod">
          <ac:chgData name="Zlatko Kovacic" userId="5ff10bcea318e6e4" providerId="LiveId" clId="{57DA8AB0-FD1A-47AC-B1C4-0F1C52153CB1}" dt="2026-08-18T12:34:12.544" v="729" actId="255"/>
          <ac:spMkLst>
            <pc:docMk/>
            <pc:sldMk cId="0" sldId="285"/>
            <ac:spMk id="11" creationId="{00000000-0000-0000-0000-000000000000}"/>
          </ac:spMkLst>
        </pc:spChg>
      </pc:sldChg>
      <pc:sldChg chg="modSp mod">
        <pc:chgData name="Zlatko Kovacic" userId="5ff10bcea318e6e4" providerId="LiveId" clId="{57DA8AB0-FD1A-47AC-B1C4-0F1C52153CB1}" dt="2026-08-18T12:34:44.994" v="730" actId="255"/>
        <pc:sldMkLst>
          <pc:docMk/>
          <pc:sldMk cId="0" sldId="286"/>
        </pc:sldMkLst>
        <pc:spChg chg="mod">
          <ac:chgData name="Zlatko Kovacic" userId="5ff10bcea318e6e4" providerId="LiveId" clId="{57DA8AB0-FD1A-47AC-B1C4-0F1C52153CB1}" dt="2026-08-18T12:34:44.994" v="730" actId="255"/>
          <ac:spMkLst>
            <pc:docMk/>
            <pc:sldMk cId="0" sldId="286"/>
            <ac:spMk id="4" creationId="{00000000-0000-0000-0000-000000000000}"/>
          </ac:spMkLst>
        </pc:spChg>
      </pc:sldChg>
      <pc:sldChg chg="modSp mod">
        <pc:chgData name="Zlatko Kovacic" userId="5ff10bcea318e6e4" providerId="LiveId" clId="{57DA8AB0-FD1A-47AC-B1C4-0F1C52153CB1}" dt="2026-08-18T12:37:42.780" v="749" actId="1076"/>
        <pc:sldMkLst>
          <pc:docMk/>
          <pc:sldMk cId="0" sldId="287"/>
        </pc:sldMkLst>
        <pc:spChg chg="mod">
          <ac:chgData name="Zlatko Kovacic" userId="5ff10bcea318e6e4" providerId="LiveId" clId="{57DA8AB0-FD1A-47AC-B1C4-0F1C52153CB1}" dt="2026-08-18T12:35:18.619" v="731" actId="255"/>
          <ac:spMkLst>
            <pc:docMk/>
            <pc:sldMk cId="0" sldId="287"/>
            <ac:spMk id="3" creationId="{00000000-0000-0000-0000-000000000000}"/>
          </ac:spMkLst>
        </pc:spChg>
        <pc:spChg chg="mod">
          <ac:chgData name="Zlatko Kovacic" userId="5ff10bcea318e6e4" providerId="LiveId" clId="{57DA8AB0-FD1A-47AC-B1C4-0F1C52153CB1}" dt="2026-08-18T12:35:30.410" v="733" actId="1076"/>
          <ac:spMkLst>
            <pc:docMk/>
            <pc:sldMk cId="0" sldId="287"/>
            <ac:spMk id="4" creationId="{00000000-0000-0000-0000-000000000000}"/>
          </ac:spMkLst>
        </pc:spChg>
        <pc:spChg chg="mod">
          <ac:chgData name="Zlatko Kovacic" userId="5ff10bcea318e6e4" providerId="LiveId" clId="{57DA8AB0-FD1A-47AC-B1C4-0F1C52153CB1}" dt="2026-08-18T12:35:51.693" v="734" actId="255"/>
          <ac:spMkLst>
            <pc:docMk/>
            <pc:sldMk cId="0" sldId="287"/>
            <ac:spMk id="6" creationId="{00000000-0000-0000-0000-000000000000}"/>
          </ac:spMkLst>
        </pc:spChg>
        <pc:spChg chg="mod">
          <ac:chgData name="Zlatko Kovacic" userId="5ff10bcea318e6e4" providerId="LiveId" clId="{57DA8AB0-FD1A-47AC-B1C4-0F1C52153CB1}" dt="2026-08-18T12:36:07.577" v="735" actId="255"/>
          <ac:spMkLst>
            <pc:docMk/>
            <pc:sldMk cId="0" sldId="287"/>
            <ac:spMk id="8" creationId="{00000000-0000-0000-0000-000000000000}"/>
          </ac:spMkLst>
        </pc:spChg>
        <pc:spChg chg="mod">
          <ac:chgData name="Zlatko Kovacic" userId="5ff10bcea318e6e4" providerId="LiveId" clId="{57DA8AB0-FD1A-47AC-B1C4-0F1C52153CB1}" dt="2026-08-18T12:36:37.749" v="740" actId="1076"/>
          <ac:spMkLst>
            <pc:docMk/>
            <pc:sldMk cId="0" sldId="287"/>
            <ac:spMk id="9" creationId="{00000000-0000-0000-0000-000000000000}"/>
          </ac:spMkLst>
        </pc:spChg>
        <pc:spChg chg="mod">
          <ac:chgData name="Zlatko Kovacic" userId="5ff10bcea318e6e4" providerId="LiveId" clId="{57DA8AB0-FD1A-47AC-B1C4-0F1C52153CB1}" dt="2026-08-18T12:37:35.413" v="748" actId="255"/>
          <ac:spMkLst>
            <pc:docMk/>
            <pc:sldMk cId="0" sldId="287"/>
            <ac:spMk id="36" creationId="{00000000-0000-0000-0000-000000000000}"/>
          </ac:spMkLst>
        </pc:spChg>
        <pc:spChg chg="mod">
          <ac:chgData name="Zlatko Kovacic" userId="5ff10bcea318e6e4" providerId="LiveId" clId="{57DA8AB0-FD1A-47AC-B1C4-0F1C52153CB1}" dt="2026-08-18T12:37:24.789" v="746" actId="1076"/>
          <ac:spMkLst>
            <pc:docMk/>
            <pc:sldMk cId="0" sldId="287"/>
            <ac:spMk id="37" creationId="{00000000-0000-0000-0000-000000000000}"/>
          </ac:spMkLst>
        </pc:spChg>
        <pc:spChg chg="mod">
          <ac:chgData name="Zlatko Kovacic" userId="5ff10bcea318e6e4" providerId="LiveId" clId="{57DA8AB0-FD1A-47AC-B1C4-0F1C52153CB1}" dt="2026-08-18T12:37:42.780" v="749" actId="1076"/>
          <ac:spMkLst>
            <pc:docMk/>
            <pc:sldMk cId="0" sldId="287"/>
            <ac:spMk id="38" creationId="{00000000-0000-0000-0000-000000000000}"/>
          </ac:spMkLst>
        </pc:spChg>
      </pc:sldChg>
      <pc:sldChg chg="modSp mod">
        <pc:chgData name="Zlatko Kovacic" userId="5ff10bcea318e6e4" providerId="LiveId" clId="{57DA8AB0-FD1A-47AC-B1C4-0F1C52153CB1}" dt="2026-08-18T12:41:05.513" v="770" actId="1076"/>
        <pc:sldMkLst>
          <pc:docMk/>
          <pc:sldMk cId="0" sldId="288"/>
        </pc:sldMkLst>
        <pc:spChg chg="mod">
          <ac:chgData name="Zlatko Kovacic" userId="5ff10bcea318e6e4" providerId="LiveId" clId="{57DA8AB0-FD1A-47AC-B1C4-0F1C52153CB1}" dt="2026-08-18T12:38:28.925" v="750" actId="255"/>
          <ac:spMkLst>
            <pc:docMk/>
            <pc:sldMk cId="0" sldId="288"/>
            <ac:spMk id="3" creationId="{00000000-0000-0000-0000-000000000000}"/>
          </ac:spMkLst>
        </pc:spChg>
        <pc:spChg chg="mod">
          <ac:chgData name="Zlatko Kovacic" userId="5ff10bcea318e6e4" providerId="LiveId" clId="{57DA8AB0-FD1A-47AC-B1C4-0F1C52153CB1}" dt="2026-08-18T12:40:05.131" v="760" actId="1076"/>
          <ac:spMkLst>
            <pc:docMk/>
            <pc:sldMk cId="0" sldId="288"/>
            <ac:spMk id="6" creationId="{00000000-0000-0000-0000-000000000000}"/>
          </ac:spMkLst>
        </pc:spChg>
        <pc:spChg chg="mod">
          <ac:chgData name="Zlatko Kovacic" userId="5ff10bcea318e6e4" providerId="LiveId" clId="{57DA8AB0-FD1A-47AC-B1C4-0F1C52153CB1}" dt="2026-08-18T12:41:05.513" v="770" actId="1076"/>
          <ac:spMkLst>
            <pc:docMk/>
            <pc:sldMk cId="0" sldId="288"/>
            <ac:spMk id="7" creationId="{00000000-0000-0000-0000-000000000000}"/>
          </ac:spMkLst>
        </pc:spChg>
        <pc:picChg chg="mod modCrop">
          <ac:chgData name="Zlatko Kovacic" userId="5ff10bcea318e6e4" providerId="LiveId" clId="{57DA8AB0-FD1A-47AC-B1C4-0F1C52153CB1}" dt="2026-08-18T12:40:47.356" v="768" actId="1076"/>
          <ac:picMkLst>
            <pc:docMk/>
            <pc:sldMk cId="0" sldId="288"/>
            <ac:picMk id="5" creationId="{00000000-0000-0000-0000-000000000000}"/>
          </ac:picMkLst>
        </pc:picChg>
      </pc:sldChg>
      <pc:sldChg chg="delSp modSp mod">
        <pc:chgData name="Zlatko Kovacic" userId="5ff10bcea318e6e4" providerId="LiveId" clId="{57DA8AB0-FD1A-47AC-B1C4-0F1C52153CB1}" dt="2026-08-18T12:43:19.748" v="784" actId="1076"/>
        <pc:sldMkLst>
          <pc:docMk/>
          <pc:sldMk cId="0" sldId="289"/>
        </pc:sldMkLst>
        <pc:spChg chg="mod">
          <ac:chgData name="Zlatko Kovacic" userId="5ff10bcea318e6e4" providerId="LiveId" clId="{57DA8AB0-FD1A-47AC-B1C4-0F1C52153CB1}" dt="2026-08-18T12:41:45.805" v="772" actId="255"/>
          <ac:spMkLst>
            <pc:docMk/>
            <pc:sldMk cId="0" sldId="289"/>
            <ac:spMk id="39" creationId="{00000000-0000-0000-0000-000000000000}"/>
          </ac:spMkLst>
        </pc:spChg>
        <pc:spChg chg="mod">
          <ac:chgData name="Zlatko Kovacic" userId="5ff10bcea318e6e4" providerId="LiveId" clId="{57DA8AB0-FD1A-47AC-B1C4-0F1C52153CB1}" dt="2026-08-18T12:41:53.732" v="773" actId="1076"/>
          <ac:spMkLst>
            <pc:docMk/>
            <pc:sldMk cId="0" sldId="289"/>
            <ac:spMk id="40" creationId="{00000000-0000-0000-0000-000000000000}"/>
          </ac:spMkLst>
        </pc:spChg>
        <pc:spChg chg="mod">
          <ac:chgData name="Zlatko Kovacic" userId="5ff10bcea318e6e4" providerId="LiveId" clId="{57DA8AB0-FD1A-47AC-B1C4-0F1C52153CB1}" dt="2026-08-18T12:42:32.288" v="778" actId="255"/>
          <ac:spMkLst>
            <pc:docMk/>
            <pc:sldMk cId="0" sldId="289"/>
            <ac:spMk id="57" creationId="{00000000-0000-0000-0000-000000000000}"/>
          </ac:spMkLst>
        </pc:spChg>
        <pc:spChg chg="mod">
          <ac:chgData name="Zlatko Kovacic" userId="5ff10bcea318e6e4" providerId="LiveId" clId="{57DA8AB0-FD1A-47AC-B1C4-0F1C52153CB1}" dt="2026-08-18T12:42:24.607" v="777" actId="1076"/>
          <ac:spMkLst>
            <pc:docMk/>
            <pc:sldMk cId="0" sldId="289"/>
            <ac:spMk id="58" creationId="{00000000-0000-0000-0000-000000000000}"/>
          </ac:spMkLst>
        </pc:spChg>
        <pc:spChg chg="mod">
          <ac:chgData name="Zlatko Kovacic" userId="5ff10bcea318e6e4" providerId="LiveId" clId="{57DA8AB0-FD1A-47AC-B1C4-0F1C52153CB1}" dt="2026-08-18T12:42:37.592" v="779" actId="255"/>
          <ac:spMkLst>
            <pc:docMk/>
            <pc:sldMk cId="0" sldId="289"/>
            <ac:spMk id="85" creationId="{00000000-0000-0000-0000-000000000000}"/>
          </ac:spMkLst>
        </pc:spChg>
        <pc:spChg chg="mod">
          <ac:chgData name="Zlatko Kovacic" userId="5ff10bcea318e6e4" providerId="LiveId" clId="{57DA8AB0-FD1A-47AC-B1C4-0F1C52153CB1}" dt="2026-08-18T12:42:13.703" v="776" actId="255"/>
          <ac:spMkLst>
            <pc:docMk/>
            <pc:sldMk cId="0" sldId="289"/>
            <ac:spMk id="86" creationId="{00000000-0000-0000-0000-000000000000}"/>
          </ac:spMkLst>
        </pc:spChg>
        <pc:spChg chg="mod">
          <ac:chgData name="Zlatko Kovacic" userId="5ff10bcea318e6e4" providerId="LiveId" clId="{57DA8AB0-FD1A-47AC-B1C4-0F1C52153CB1}" dt="2026-08-18T12:43:19.748" v="784" actId="1076"/>
          <ac:spMkLst>
            <pc:docMk/>
            <pc:sldMk cId="0" sldId="289"/>
            <ac:spMk id="87" creationId="{00000000-0000-0000-0000-000000000000}"/>
          </ac:spMkLst>
        </pc:spChg>
      </pc:sldChg>
      <pc:sldChg chg="modSp mod">
        <pc:chgData name="Zlatko Kovacic" userId="5ff10bcea318e6e4" providerId="LiveId" clId="{57DA8AB0-FD1A-47AC-B1C4-0F1C52153CB1}" dt="2026-08-18T12:45:13.213" v="794" actId="255"/>
        <pc:sldMkLst>
          <pc:docMk/>
          <pc:sldMk cId="0" sldId="290"/>
        </pc:sldMkLst>
        <pc:spChg chg="mod">
          <ac:chgData name="Zlatko Kovacic" userId="5ff10bcea318e6e4" providerId="LiveId" clId="{57DA8AB0-FD1A-47AC-B1C4-0F1C52153CB1}" dt="2026-08-18T12:44:04.652" v="785" actId="255"/>
          <ac:spMkLst>
            <pc:docMk/>
            <pc:sldMk cId="0" sldId="290"/>
            <ac:spMk id="3" creationId="{00000000-0000-0000-0000-000000000000}"/>
          </ac:spMkLst>
        </pc:spChg>
        <pc:spChg chg="mod">
          <ac:chgData name="Zlatko Kovacic" userId="5ff10bcea318e6e4" providerId="LiveId" clId="{57DA8AB0-FD1A-47AC-B1C4-0F1C52153CB1}" dt="2026-08-18T12:44:54.854" v="791" actId="255"/>
          <ac:spMkLst>
            <pc:docMk/>
            <pc:sldMk cId="0" sldId="290"/>
            <ac:spMk id="5" creationId="{00000000-0000-0000-0000-000000000000}"/>
          </ac:spMkLst>
        </pc:spChg>
        <pc:spChg chg="mod">
          <ac:chgData name="Zlatko Kovacic" userId="5ff10bcea318e6e4" providerId="LiveId" clId="{57DA8AB0-FD1A-47AC-B1C4-0F1C52153CB1}" dt="2026-08-18T12:45:13.213" v="794" actId="255"/>
          <ac:spMkLst>
            <pc:docMk/>
            <pc:sldMk cId="0" sldId="290"/>
            <ac:spMk id="6" creationId="{00000000-0000-0000-0000-000000000000}"/>
          </ac:spMkLst>
        </pc:spChg>
        <pc:spChg chg="mod">
          <ac:chgData name="Zlatko Kovacic" userId="5ff10bcea318e6e4" providerId="LiveId" clId="{57DA8AB0-FD1A-47AC-B1C4-0F1C52153CB1}" dt="2026-08-18T12:44:54.854" v="791" actId="255"/>
          <ac:spMkLst>
            <pc:docMk/>
            <pc:sldMk cId="0" sldId="290"/>
            <ac:spMk id="7" creationId="{00000000-0000-0000-0000-000000000000}"/>
          </ac:spMkLst>
        </pc:spChg>
        <pc:spChg chg="mod">
          <ac:chgData name="Zlatko Kovacic" userId="5ff10bcea318e6e4" providerId="LiveId" clId="{57DA8AB0-FD1A-47AC-B1C4-0F1C52153CB1}" dt="2026-08-18T12:45:13.213" v="794" actId="255"/>
          <ac:spMkLst>
            <pc:docMk/>
            <pc:sldMk cId="0" sldId="290"/>
            <ac:spMk id="8" creationId="{00000000-0000-0000-0000-000000000000}"/>
          </ac:spMkLst>
        </pc:spChg>
        <pc:spChg chg="mod">
          <ac:chgData name="Zlatko Kovacic" userId="5ff10bcea318e6e4" providerId="LiveId" clId="{57DA8AB0-FD1A-47AC-B1C4-0F1C52153CB1}" dt="2026-08-18T12:44:54.854" v="791" actId="255"/>
          <ac:spMkLst>
            <pc:docMk/>
            <pc:sldMk cId="0" sldId="290"/>
            <ac:spMk id="9" creationId="{00000000-0000-0000-0000-000000000000}"/>
          </ac:spMkLst>
        </pc:spChg>
        <pc:spChg chg="mod">
          <ac:chgData name="Zlatko Kovacic" userId="5ff10bcea318e6e4" providerId="LiveId" clId="{57DA8AB0-FD1A-47AC-B1C4-0F1C52153CB1}" dt="2026-08-18T12:45:13.213" v="794" actId="255"/>
          <ac:spMkLst>
            <pc:docMk/>
            <pc:sldMk cId="0" sldId="290"/>
            <ac:spMk id="10" creationId="{00000000-0000-0000-0000-000000000000}"/>
          </ac:spMkLst>
        </pc:spChg>
        <pc:spChg chg="mod">
          <ac:chgData name="Zlatko Kovacic" userId="5ff10bcea318e6e4" providerId="LiveId" clId="{57DA8AB0-FD1A-47AC-B1C4-0F1C52153CB1}" dt="2026-08-18T12:44:54.854" v="791" actId="255"/>
          <ac:spMkLst>
            <pc:docMk/>
            <pc:sldMk cId="0" sldId="290"/>
            <ac:spMk id="11" creationId="{00000000-0000-0000-0000-000000000000}"/>
          </ac:spMkLst>
        </pc:spChg>
        <pc:spChg chg="mod">
          <ac:chgData name="Zlatko Kovacic" userId="5ff10bcea318e6e4" providerId="LiveId" clId="{57DA8AB0-FD1A-47AC-B1C4-0F1C52153CB1}" dt="2026-08-18T12:45:13.213" v="794" actId="255"/>
          <ac:spMkLst>
            <pc:docMk/>
            <pc:sldMk cId="0" sldId="290"/>
            <ac:spMk id="12" creationId="{00000000-0000-0000-0000-000000000000}"/>
          </ac:spMkLst>
        </pc:spChg>
        <pc:spChg chg="mod">
          <ac:chgData name="Zlatko Kovacic" userId="5ff10bcea318e6e4" providerId="LiveId" clId="{57DA8AB0-FD1A-47AC-B1C4-0F1C52153CB1}" dt="2026-08-18T12:44:54.854" v="791" actId="255"/>
          <ac:spMkLst>
            <pc:docMk/>
            <pc:sldMk cId="0" sldId="290"/>
            <ac:spMk id="13" creationId="{00000000-0000-0000-0000-000000000000}"/>
          </ac:spMkLst>
        </pc:spChg>
        <pc:spChg chg="mod">
          <ac:chgData name="Zlatko Kovacic" userId="5ff10bcea318e6e4" providerId="LiveId" clId="{57DA8AB0-FD1A-47AC-B1C4-0F1C52153CB1}" dt="2026-08-18T12:45:13.213" v="794" actId="255"/>
          <ac:spMkLst>
            <pc:docMk/>
            <pc:sldMk cId="0" sldId="290"/>
            <ac:spMk id="14" creationId="{00000000-0000-0000-0000-000000000000}"/>
          </ac:spMkLst>
        </pc:spChg>
        <pc:spChg chg="mod">
          <ac:chgData name="Zlatko Kovacic" userId="5ff10bcea318e6e4" providerId="LiveId" clId="{57DA8AB0-FD1A-47AC-B1C4-0F1C52153CB1}" dt="2026-08-18T12:44:38.121" v="790" actId="1076"/>
          <ac:spMkLst>
            <pc:docMk/>
            <pc:sldMk cId="0" sldId="290"/>
            <ac:spMk id="15" creationId="{00000000-0000-0000-0000-000000000000}"/>
          </ac:spMkLst>
        </pc:spChg>
      </pc:sldChg>
      <pc:sldChg chg="modSp mod">
        <pc:chgData name="Zlatko Kovacic" userId="5ff10bcea318e6e4" providerId="LiveId" clId="{57DA8AB0-FD1A-47AC-B1C4-0F1C52153CB1}" dt="2026-08-18T12:46:36.112" v="798" actId="255"/>
        <pc:sldMkLst>
          <pc:docMk/>
          <pc:sldMk cId="0" sldId="291"/>
        </pc:sldMkLst>
        <pc:spChg chg="mod">
          <ac:chgData name="Zlatko Kovacic" userId="5ff10bcea318e6e4" providerId="LiveId" clId="{57DA8AB0-FD1A-47AC-B1C4-0F1C52153CB1}" dt="2026-08-18T12:46:03.314" v="795" actId="255"/>
          <ac:spMkLst>
            <pc:docMk/>
            <pc:sldMk cId="0" sldId="291"/>
            <ac:spMk id="3" creationId="{00000000-0000-0000-0000-000000000000}"/>
          </ac:spMkLst>
        </pc:spChg>
        <pc:spChg chg="mod">
          <ac:chgData name="Zlatko Kovacic" userId="5ff10bcea318e6e4" providerId="LiveId" clId="{57DA8AB0-FD1A-47AC-B1C4-0F1C52153CB1}" dt="2026-08-18T12:46:10.006" v="796" actId="255"/>
          <ac:spMkLst>
            <pc:docMk/>
            <pc:sldMk cId="0" sldId="291"/>
            <ac:spMk id="5" creationId="{00000000-0000-0000-0000-000000000000}"/>
          </ac:spMkLst>
        </pc:spChg>
        <pc:spChg chg="mod">
          <ac:chgData name="Zlatko Kovacic" userId="5ff10bcea318e6e4" providerId="LiveId" clId="{57DA8AB0-FD1A-47AC-B1C4-0F1C52153CB1}" dt="2026-08-18T12:46:36.112" v="798" actId="255"/>
          <ac:spMkLst>
            <pc:docMk/>
            <pc:sldMk cId="0" sldId="291"/>
            <ac:spMk id="6" creationId="{00000000-0000-0000-0000-000000000000}"/>
          </ac:spMkLst>
        </pc:spChg>
        <pc:spChg chg="mod">
          <ac:chgData name="Zlatko Kovacic" userId="5ff10bcea318e6e4" providerId="LiveId" clId="{57DA8AB0-FD1A-47AC-B1C4-0F1C52153CB1}" dt="2026-08-18T12:46:36.112" v="798" actId="255"/>
          <ac:spMkLst>
            <pc:docMk/>
            <pc:sldMk cId="0" sldId="291"/>
            <ac:spMk id="8" creationId="{00000000-0000-0000-0000-000000000000}"/>
          </ac:spMkLst>
        </pc:spChg>
        <pc:spChg chg="mod">
          <ac:chgData name="Zlatko Kovacic" userId="5ff10bcea318e6e4" providerId="LiveId" clId="{57DA8AB0-FD1A-47AC-B1C4-0F1C52153CB1}" dt="2026-08-18T12:46:36.112" v="798" actId="255"/>
          <ac:spMkLst>
            <pc:docMk/>
            <pc:sldMk cId="0" sldId="291"/>
            <ac:spMk id="10" creationId="{00000000-0000-0000-0000-000000000000}"/>
          </ac:spMkLst>
        </pc:spChg>
        <pc:spChg chg="mod">
          <ac:chgData name="Zlatko Kovacic" userId="5ff10bcea318e6e4" providerId="LiveId" clId="{57DA8AB0-FD1A-47AC-B1C4-0F1C52153CB1}" dt="2026-08-18T12:46:36.112" v="798" actId="255"/>
          <ac:spMkLst>
            <pc:docMk/>
            <pc:sldMk cId="0" sldId="291"/>
            <ac:spMk id="12" creationId="{00000000-0000-0000-0000-000000000000}"/>
          </ac:spMkLst>
        </pc:spChg>
      </pc:sldChg>
      <pc:sldChg chg="modSp mod">
        <pc:chgData name="Zlatko Kovacic" userId="5ff10bcea318e6e4" providerId="LiveId" clId="{57DA8AB0-FD1A-47AC-B1C4-0F1C52153CB1}" dt="2026-08-18T12:48:52.736" v="813" actId="1076"/>
        <pc:sldMkLst>
          <pc:docMk/>
          <pc:sldMk cId="0" sldId="292"/>
        </pc:sldMkLst>
        <pc:spChg chg="mod">
          <ac:chgData name="Zlatko Kovacic" userId="5ff10bcea318e6e4" providerId="LiveId" clId="{57DA8AB0-FD1A-47AC-B1C4-0F1C52153CB1}" dt="2026-08-18T12:47:22.110" v="799" actId="255"/>
          <ac:spMkLst>
            <pc:docMk/>
            <pc:sldMk cId="0" sldId="292"/>
            <ac:spMk id="3" creationId="{00000000-0000-0000-0000-000000000000}"/>
          </ac:spMkLst>
        </pc:spChg>
        <pc:spChg chg="mod">
          <ac:chgData name="Zlatko Kovacic" userId="5ff10bcea318e6e4" providerId="LiveId" clId="{57DA8AB0-FD1A-47AC-B1C4-0F1C52153CB1}" dt="2026-08-18T12:48:43.610" v="811" actId="1076"/>
          <ac:spMkLst>
            <pc:docMk/>
            <pc:sldMk cId="0" sldId="292"/>
            <ac:spMk id="5" creationId="{00000000-0000-0000-0000-000000000000}"/>
          </ac:spMkLst>
        </pc:spChg>
        <pc:spChg chg="mod">
          <ac:chgData name="Zlatko Kovacic" userId="5ff10bcea318e6e4" providerId="LiveId" clId="{57DA8AB0-FD1A-47AC-B1C4-0F1C52153CB1}" dt="2026-08-18T12:48:47.400" v="812" actId="1076"/>
          <ac:spMkLst>
            <pc:docMk/>
            <pc:sldMk cId="0" sldId="292"/>
            <ac:spMk id="6" creationId="{00000000-0000-0000-0000-000000000000}"/>
          </ac:spMkLst>
        </pc:spChg>
        <pc:spChg chg="mod">
          <ac:chgData name="Zlatko Kovacic" userId="5ff10bcea318e6e4" providerId="LiveId" clId="{57DA8AB0-FD1A-47AC-B1C4-0F1C52153CB1}" dt="2026-08-18T12:48:52.736" v="813" actId="1076"/>
          <ac:spMkLst>
            <pc:docMk/>
            <pc:sldMk cId="0" sldId="292"/>
            <ac:spMk id="7" creationId="{00000000-0000-0000-0000-000000000000}"/>
          </ac:spMkLst>
        </pc:spChg>
      </pc:sldChg>
      <pc:sldChg chg="addSp delSp modSp mod">
        <pc:chgData name="Zlatko Kovacic" userId="5ff10bcea318e6e4" providerId="LiveId" clId="{57DA8AB0-FD1A-47AC-B1C4-0F1C52153CB1}" dt="2026-08-18T12:54:28.696" v="854" actId="113"/>
        <pc:sldMkLst>
          <pc:docMk/>
          <pc:sldMk cId="0" sldId="293"/>
        </pc:sldMkLst>
        <pc:spChg chg="mod">
          <ac:chgData name="Zlatko Kovacic" userId="5ff10bcea318e6e4" providerId="LiveId" clId="{57DA8AB0-FD1A-47AC-B1C4-0F1C52153CB1}" dt="2026-08-18T12:49:21.158" v="814" actId="255"/>
          <ac:spMkLst>
            <pc:docMk/>
            <pc:sldMk cId="0" sldId="293"/>
            <ac:spMk id="3" creationId="{00000000-0000-0000-0000-000000000000}"/>
          </ac:spMkLst>
        </pc:spChg>
        <pc:spChg chg="mod">
          <ac:chgData name="Zlatko Kovacic" userId="5ff10bcea318e6e4" providerId="LiveId" clId="{57DA8AB0-FD1A-47AC-B1C4-0F1C52153CB1}" dt="2026-08-18T12:50:19.060" v="821" actId="1076"/>
          <ac:spMkLst>
            <pc:docMk/>
            <pc:sldMk cId="0" sldId="293"/>
            <ac:spMk id="5" creationId="{00000000-0000-0000-0000-000000000000}"/>
          </ac:spMkLst>
        </pc:spChg>
        <pc:spChg chg="mod">
          <ac:chgData name="Zlatko Kovacic" userId="5ff10bcea318e6e4" providerId="LiveId" clId="{57DA8AB0-FD1A-47AC-B1C4-0F1C52153CB1}" dt="2026-08-18T12:54:01.890" v="852" actId="1076"/>
          <ac:spMkLst>
            <pc:docMk/>
            <pc:sldMk cId="0" sldId="293"/>
            <ac:spMk id="6" creationId="{00000000-0000-0000-0000-000000000000}"/>
          </ac:spMkLst>
        </pc:spChg>
        <pc:spChg chg="mod">
          <ac:chgData name="Zlatko Kovacic" userId="5ff10bcea318e6e4" providerId="LiveId" clId="{57DA8AB0-FD1A-47AC-B1C4-0F1C52153CB1}" dt="2026-08-18T12:52:33.834" v="827" actId="1076"/>
          <ac:spMkLst>
            <pc:docMk/>
            <pc:sldMk cId="0" sldId="293"/>
            <ac:spMk id="7" creationId="{00000000-0000-0000-0000-000000000000}"/>
          </ac:spMkLst>
        </pc:spChg>
        <pc:spChg chg="add mod">
          <ac:chgData name="Zlatko Kovacic" userId="5ff10bcea318e6e4" providerId="LiveId" clId="{57DA8AB0-FD1A-47AC-B1C4-0F1C52153CB1}" dt="2026-08-18T12:54:28.696" v="854" actId="113"/>
          <ac:spMkLst>
            <pc:docMk/>
            <pc:sldMk cId="0" sldId="293"/>
            <ac:spMk id="11" creationId="{F2D35A0E-2662-E7C2-AAB9-54C3DEA286BF}"/>
          </ac:spMkLst>
        </pc:spChg>
        <pc:picChg chg="mod">
          <ac:chgData name="Zlatko Kovacic" userId="5ff10bcea318e6e4" providerId="LiveId" clId="{57DA8AB0-FD1A-47AC-B1C4-0F1C52153CB1}" dt="2026-08-18T12:54:05.208" v="853" actId="1076"/>
          <ac:picMkLst>
            <pc:docMk/>
            <pc:sldMk cId="0" sldId="293"/>
            <ac:picMk id="12" creationId="{2851E015-0CAB-FBA4-D25D-925985BCBFB6}"/>
          </ac:picMkLst>
        </pc:picChg>
      </pc:sldChg>
      <pc:sldChg chg="addSp modSp mod modAnim">
        <pc:chgData name="Zlatko Kovacic" userId="5ff10bcea318e6e4" providerId="LiveId" clId="{57DA8AB0-FD1A-47AC-B1C4-0F1C52153CB1}" dt="2026-08-18T12:58:36.741" v="871"/>
        <pc:sldMkLst>
          <pc:docMk/>
          <pc:sldMk cId="0" sldId="294"/>
        </pc:sldMkLst>
        <pc:spChg chg="mod">
          <ac:chgData name="Zlatko Kovacic" userId="5ff10bcea318e6e4" providerId="LiveId" clId="{57DA8AB0-FD1A-47AC-B1C4-0F1C52153CB1}" dt="2026-08-18T12:55:22.165" v="855" actId="255"/>
          <ac:spMkLst>
            <pc:docMk/>
            <pc:sldMk cId="0" sldId="294"/>
            <ac:spMk id="3" creationId="{00000000-0000-0000-0000-000000000000}"/>
          </ac:spMkLst>
        </pc:spChg>
        <pc:spChg chg="mod">
          <ac:chgData name="Zlatko Kovacic" userId="5ff10bcea318e6e4" providerId="LiveId" clId="{57DA8AB0-FD1A-47AC-B1C4-0F1C52153CB1}" dt="2026-08-18T12:58:00.960" v="866" actId="1076"/>
          <ac:spMkLst>
            <pc:docMk/>
            <pc:sldMk cId="0" sldId="294"/>
            <ac:spMk id="4" creationId="{00000000-0000-0000-0000-000000000000}"/>
          </ac:spMkLst>
        </pc:spChg>
        <pc:spChg chg="mod">
          <ac:chgData name="Zlatko Kovacic" userId="5ff10bcea318e6e4" providerId="LiveId" clId="{57DA8AB0-FD1A-47AC-B1C4-0F1C52153CB1}" dt="2026-08-18T12:56:39.435" v="858" actId="164"/>
          <ac:spMkLst>
            <pc:docMk/>
            <pc:sldMk cId="0" sldId="294"/>
            <ac:spMk id="5" creationId="{00000000-0000-0000-0000-000000000000}"/>
          </ac:spMkLst>
        </pc:spChg>
        <pc:spChg chg="mod">
          <ac:chgData name="Zlatko Kovacic" userId="5ff10bcea318e6e4" providerId="LiveId" clId="{57DA8AB0-FD1A-47AC-B1C4-0F1C52153CB1}" dt="2026-08-18T12:56:39.435" v="858" actId="164"/>
          <ac:spMkLst>
            <pc:docMk/>
            <pc:sldMk cId="0" sldId="294"/>
            <ac:spMk id="6" creationId="{00000000-0000-0000-0000-000000000000}"/>
          </ac:spMkLst>
        </pc:spChg>
        <pc:spChg chg="mod">
          <ac:chgData name="Zlatko Kovacic" userId="5ff10bcea318e6e4" providerId="LiveId" clId="{57DA8AB0-FD1A-47AC-B1C4-0F1C52153CB1}" dt="2026-08-18T12:56:54.008" v="859" actId="164"/>
          <ac:spMkLst>
            <pc:docMk/>
            <pc:sldMk cId="0" sldId="294"/>
            <ac:spMk id="7" creationId="{00000000-0000-0000-0000-000000000000}"/>
          </ac:spMkLst>
        </pc:spChg>
        <pc:spChg chg="mod">
          <ac:chgData name="Zlatko Kovacic" userId="5ff10bcea318e6e4" providerId="LiveId" clId="{57DA8AB0-FD1A-47AC-B1C4-0F1C52153CB1}" dt="2026-08-18T12:56:54.008" v="859" actId="164"/>
          <ac:spMkLst>
            <pc:docMk/>
            <pc:sldMk cId="0" sldId="294"/>
            <ac:spMk id="8" creationId="{00000000-0000-0000-0000-000000000000}"/>
          </ac:spMkLst>
        </pc:spChg>
        <pc:spChg chg="mod">
          <ac:chgData name="Zlatko Kovacic" userId="5ff10bcea318e6e4" providerId="LiveId" clId="{57DA8AB0-FD1A-47AC-B1C4-0F1C52153CB1}" dt="2026-08-18T12:57:09.044" v="860" actId="164"/>
          <ac:spMkLst>
            <pc:docMk/>
            <pc:sldMk cId="0" sldId="294"/>
            <ac:spMk id="9" creationId="{00000000-0000-0000-0000-000000000000}"/>
          </ac:spMkLst>
        </pc:spChg>
        <pc:spChg chg="mod">
          <ac:chgData name="Zlatko Kovacic" userId="5ff10bcea318e6e4" providerId="LiveId" clId="{57DA8AB0-FD1A-47AC-B1C4-0F1C52153CB1}" dt="2026-08-18T12:57:09.044" v="860" actId="164"/>
          <ac:spMkLst>
            <pc:docMk/>
            <pc:sldMk cId="0" sldId="294"/>
            <ac:spMk id="10" creationId="{00000000-0000-0000-0000-000000000000}"/>
          </ac:spMkLst>
        </pc:spChg>
        <pc:spChg chg="mod">
          <ac:chgData name="Zlatko Kovacic" userId="5ff10bcea318e6e4" providerId="LiveId" clId="{57DA8AB0-FD1A-47AC-B1C4-0F1C52153CB1}" dt="2026-08-18T12:57:18.215" v="861" actId="164"/>
          <ac:spMkLst>
            <pc:docMk/>
            <pc:sldMk cId="0" sldId="294"/>
            <ac:spMk id="11" creationId="{00000000-0000-0000-0000-000000000000}"/>
          </ac:spMkLst>
        </pc:spChg>
        <pc:spChg chg="mod">
          <ac:chgData name="Zlatko Kovacic" userId="5ff10bcea318e6e4" providerId="LiveId" clId="{57DA8AB0-FD1A-47AC-B1C4-0F1C52153CB1}" dt="2026-08-18T12:57:18.215" v="861" actId="164"/>
          <ac:spMkLst>
            <pc:docMk/>
            <pc:sldMk cId="0" sldId="294"/>
            <ac:spMk id="12" creationId="{00000000-0000-0000-0000-000000000000}"/>
          </ac:spMkLst>
        </pc:spChg>
        <pc:spChg chg="mod">
          <ac:chgData name="Zlatko Kovacic" userId="5ff10bcea318e6e4" providerId="LiveId" clId="{57DA8AB0-FD1A-47AC-B1C4-0F1C52153CB1}" dt="2026-08-18T12:57:31.014" v="862" actId="164"/>
          <ac:spMkLst>
            <pc:docMk/>
            <pc:sldMk cId="0" sldId="294"/>
            <ac:spMk id="13" creationId="{00000000-0000-0000-0000-000000000000}"/>
          </ac:spMkLst>
        </pc:spChg>
        <pc:spChg chg="mod">
          <ac:chgData name="Zlatko Kovacic" userId="5ff10bcea318e6e4" providerId="LiveId" clId="{57DA8AB0-FD1A-47AC-B1C4-0F1C52153CB1}" dt="2026-08-18T12:57:31.014" v="862" actId="164"/>
          <ac:spMkLst>
            <pc:docMk/>
            <pc:sldMk cId="0" sldId="294"/>
            <ac:spMk id="14" creationId="{00000000-0000-0000-0000-000000000000}"/>
          </ac:spMkLst>
        </pc:spChg>
        <pc:spChg chg="mod">
          <ac:chgData name="Zlatko Kovacic" userId="5ff10bcea318e6e4" providerId="LiveId" clId="{57DA8AB0-FD1A-47AC-B1C4-0F1C52153CB1}" dt="2026-08-18T12:57:41.022" v="863" actId="164"/>
          <ac:spMkLst>
            <pc:docMk/>
            <pc:sldMk cId="0" sldId="294"/>
            <ac:spMk id="15" creationId="{00000000-0000-0000-0000-000000000000}"/>
          </ac:spMkLst>
        </pc:spChg>
        <pc:spChg chg="mod">
          <ac:chgData name="Zlatko Kovacic" userId="5ff10bcea318e6e4" providerId="LiveId" clId="{57DA8AB0-FD1A-47AC-B1C4-0F1C52153CB1}" dt="2026-08-18T12:57:41.022" v="863" actId="164"/>
          <ac:spMkLst>
            <pc:docMk/>
            <pc:sldMk cId="0" sldId="294"/>
            <ac:spMk id="16" creationId="{00000000-0000-0000-0000-000000000000}"/>
          </ac:spMkLst>
        </pc:spChg>
        <pc:grpChg chg="add mod">
          <ac:chgData name="Zlatko Kovacic" userId="5ff10bcea318e6e4" providerId="LiveId" clId="{57DA8AB0-FD1A-47AC-B1C4-0F1C52153CB1}" dt="2026-08-18T12:57:57.095" v="865" actId="1076"/>
          <ac:grpSpMkLst>
            <pc:docMk/>
            <pc:sldMk cId="0" sldId="294"/>
            <ac:grpSpMk id="20" creationId="{602BC138-9AAD-ABF1-F86F-09C06B16567D}"/>
          </ac:grpSpMkLst>
        </pc:grpChg>
        <pc:grpChg chg="add mod">
          <ac:chgData name="Zlatko Kovacic" userId="5ff10bcea318e6e4" providerId="LiveId" clId="{57DA8AB0-FD1A-47AC-B1C4-0F1C52153CB1}" dt="2026-08-18T12:57:57.095" v="865" actId="1076"/>
          <ac:grpSpMkLst>
            <pc:docMk/>
            <pc:sldMk cId="0" sldId="294"/>
            <ac:grpSpMk id="21" creationId="{666D61DB-0563-D69C-B6E8-7F8CFE00C903}"/>
          </ac:grpSpMkLst>
        </pc:grpChg>
        <pc:grpChg chg="add mod">
          <ac:chgData name="Zlatko Kovacic" userId="5ff10bcea318e6e4" providerId="LiveId" clId="{57DA8AB0-FD1A-47AC-B1C4-0F1C52153CB1}" dt="2026-08-18T12:57:57.095" v="865" actId="1076"/>
          <ac:grpSpMkLst>
            <pc:docMk/>
            <pc:sldMk cId="0" sldId="294"/>
            <ac:grpSpMk id="22" creationId="{3297824D-0BFD-F70F-A66C-F292AA01B5A4}"/>
          </ac:grpSpMkLst>
        </pc:grpChg>
        <pc:grpChg chg="add mod">
          <ac:chgData name="Zlatko Kovacic" userId="5ff10bcea318e6e4" providerId="LiveId" clId="{57DA8AB0-FD1A-47AC-B1C4-0F1C52153CB1}" dt="2026-08-18T12:57:57.095" v="865" actId="1076"/>
          <ac:grpSpMkLst>
            <pc:docMk/>
            <pc:sldMk cId="0" sldId="294"/>
            <ac:grpSpMk id="23" creationId="{4E03C82A-1F29-0CBE-BAD0-B06377AC2E2F}"/>
          </ac:grpSpMkLst>
        </pc:grpChg>
        <pc:grpChg chg="add mod">
          <ac:chgData name="Zlatko Kovacic" userId="5ff10bcea318e6e4" providerId="LiveId" clId="{57DA8AB0-FD1A-47AC-B1C4-0F1C52153CB1}" dt="2026-08-18T12:57:57.095" v="865" actId="1076"/>
          <ac:grpSpMkLst>
            <pc:docMk/>
            <pc:sldMk cId="0" sldId="294"/>
            <ac:grpSpMk id="24" creationId="{3C8FDCC6-D1C5-0738-9D82-CD95DAE60DDA}"/>
          </ac:grpSpMkLst>
        </pc:grpChg>
        <pc:grpChg chg="add mod">
          <ac:chgData name="Zlatko Kovacic" userId="5ff10bcea318e6e4" providerId="LiveId" clId="{57DA8AB0-FD1A-47AC-B1C4-0F1C52153CB1}" dt="2026-08-18T12:57:57.095" v="865" actId="1076"/>
          <ac:grpSpMkLst>
            <pc:docMk/>
            <pc:sldMk cId="0" sldId="294"/>
            <ac:grpSpMk id="25" creationId="{528444A4-0743-E5B8-FAA7-09D66F555D14}"/>
          </ac:grpSpMkLst>
        </pc:grpChg>
      </pc:sldChg>
      <pc:sldChg chg="modSp mod">
        <pc:chgData name="Zlatko Kovacic" userId="5ff10bcea318e6e4" providerId="LiveId" clId="{57DA8AB0-FD1A-47AC-B1C4-0F1C52153CB1}" dt="2026-08-18T12:59:55.813" v="878" actId="14100"/>
        <pc:sldMkLst>
          <pc:docMk/>
          <pc:sldMk cId="0" sldId="295"/>
        </pc:sldMkLst>
        <pc:spChg chg="mod">
          <ac:chgData name="Zlatko Kovacic" userId="5ff10bcea318e6e4" providerId="LiveId" clId="{57DA8AB0-FD1A-47AC-B1C4-0F1C52153CB1}" dt="2026-08-18T12:59:16.122" v="872" actId="255"/>
          <ac:spMkLst>
            <pc:docMk/>
            <pc:sldMk cId="0" sldId="295"/>
            <ac:spMk id="3" creationId="{00000000-0000-0000-0000-000000000000}"/>
          </ac:spMkLst>
        </pc:spChg>
        <pc:spChg chg="mod">
          <ac:chgData name="Zlatko Kovacic" userId="5ff10bcea318e6e4" providerId="LiveId" clId="{57DA8AB0-FD1A-47AC-B1C4-0F1C52153CB1}" dt="2026-08-18T12:59:25.955" v="873" actId="255"/>
          <ac:spMkLst>
            <pc:docMk/>
            <pc:sldMk cId="0" sldId="295"/>
            <ac:spMk id="5" creationId="{00000000-0000-0000-0000-000000000000}"/>
          </ac:spMkLst>
        </pc:spChg>
        <pc:spChg chg="mod">
          <ac:chgData name="Zlatko Kovacic" userId="5ff10bcea318e6e4" providerId="LiveId" clId="{57DA8AB0-FD1A-47AC-B1C4-0F1C52153CB1}" dt="2026-08-18T12:59:32.738" v="874" actId="255"/>
          <ac:spMkLst>
            <pc:docMk/>
            <pc:sldMk cId="0" sldId="295"/>
            <ac:spMk id="6" creationId="{00000000-0000-0000-0000-000000000000}"/>
          </ac:spMkLst>
        </pc:spChg>
        <pc:spChg chg="mod">
          <ac:chgData name="Zlatko Kovacic" userId="5ff10bcea318e6e4" providerId="LiveId" clId="{57DA8AB0-FD1A-47AC-B1C4-0F1C52153CB1}" dt="2026-08-18T12:59:44.697" v="876" actId="14100"/>
          <ac:spMkLst>
            <pc:docMk/>
            <pc:sldMk cId="0" sldId="295"/>
            <ac:spMk id="7" creationId="{00000000-0000-0000-0000-000000000000}"/>
          </ac:spMkLst>
        </pc:spChg>
        <pc:spChg chg="mod">
          <ac:chgData name="Zlatko Kovacic" userId="5ff10bcea318e6e4" providerId="LiveId" clId="{57DA8AB0-FD1A-47AC-B1C4-0F1C52153CB1}" dt="2026-08-18T12:59:55.813" v="878" actId="14100"/>
          <ac:spMkLst>
            <pc:docMk/>
            <pc:sldMk cId="0" sldId="295"/>
            <ac:spMk id="8" creationId="{00000000-0000-0000-0000-000000000000}"/>
          </ac:spMkLst>
        </pc:spChg>
      </pc:sldChg>
      <pc:sldChg chg="addSp modSp mod modAnim">
        <pc:chgData name="Zlatko Kovacic" userId="5ff10bcea318e6e4" providerId="LiveId" clId="{57DA8AB0-FD1A-47AC-B1C4-0F1C52153CB1}" dt="2026-08-18T13:02:40.869" v="889"/>
        <pc:sldMkLst>
          <pc:docMk/>
          <pc:sldMk cId="0" sldId="296"/>
        </pc:sldMkLst>
        <pc:spChg chg="mod">
          <ac:chgData name="Zlatko Kovacic" userId="5ff10bcea318e6e4" providerId="LiveId" clId="{57DA8AB0-FD1A-47AC-B1C4-0F1C52153CB1}" dt="2026-08-18T13:00:42.764" v="879" actId="255"/>
          <ac:spMkLst>
            <pc:docMk/>
            <pc:sldMk cId="0" sldId="296"/>
            <ac:spMk id="3" creationId="{00000000-0000-0000-0000-000000000000}"/>
          </ac:spMkLst>
        </pc:spChg>
        <pc:spChg chg="mod">
          <ac:chgData name="Zlatko Kovacic" userId="5ff10bcea318e6e4" providerId="LiveId" clId="{57DA8AB0-FD1A-47AC-B1C4-0F1C52153CB1}" dt="2026-08-18T13:01:12.351" v="880" actId="164"/>
          <ac:spMkLst>
            <pc:docMk/>
            <pc:sldMk cId="0" sldId="296"/>
            <ac:spMk id="5" creationId="{00000000-0000-0000-0000-000000000000}"/>
          </ac:spMkLst>
        </pc:spChg>
        <pc:spChg chg="mod">
          <ac:chgData name="Zlatko Kovacic" userId="5ff10bcea318e6e4" providerId="LiveId" clId="{57DA8AB0-FD1A-47AC-B1C4-0F1C52153CB1}" dt="2026-08-18T13:01:12.351" v="880" actId="164"/>
          <ac:spMkLst>
            <pc:docMk/>
            <pc:sldMk cId="0" sldId="296"/>
            <ac:spMk id="6" creationId="{00000000-0000-0000-0000-000000000000}"/>
          </ac:spMkLst>
        </pc:spChg>
        <pc:spChg chg="mod">
          <ac:chgData name="Zlatko Kovacic" userId="5ff10bcea318e6e4" providerId="LiveId" clId="{57DA8AB0-FD1A-47AC-B1C4-0F1C52153CB1}" dt="2026-08-18T13:01:29.966" v="881" actId="164"/>
          <ac:spMkLst>
            <pc:docMk/>
            <pc:sldMk cId="0" sldId="296"/>
            <ac:spMk id="7" creationId="{00000000-0000-0000-0000-000000000000}"/>
          </ac:spMkLst>
        </pc:spChg>
        <pc:spChg chg="mod">
          <ac:chgData name="Zlatko Kovacic" userId="5ff10bcea318e6e4" providerId="LiveId" clId="{57DA8AB0-FD1A-47AC-B1C4-0F1C52153CB1}" dt="2026-08-18T13:01:29.966" v="881" actId="164"/>
          <ac:spMkLst>
            <pc:docMk/>
            <pc:sldMk cId="0" sldId="296"/>
            <ac:spMk id="8" creationId="{00000000-0000-0000-0000-000000000000}"/>
          </ac:spMkLst>
        </pc:spChg>
        <pc:spChg chg="mod">
          <ac:chgData name="Zlatko Kovacic" userId="5ff10bcea318e6e4" providerId="LiveId" clId="{57DA8AB0-FD1A-47AC-B1C4-0F1C52153CB1}" dt="2026-08-18T13:01:40.399" v="882" actId="164"/>
          <ac:spMkLst>
            <pc:docMk/>
            <pc:sldMk cId="0" sldId="296"/>
            <ac:spMk id="9" creationId="{00000000-0000-0000-0000-000000000000}"/>
          </ac:spMkLst>
        </pc:spChg>
        <pc:spChg chg="mod">
          <ac:chgData name="Zlatko Kovacic" userId="5ff10bcea318e6e4" providerId="LiveId" clId="{57DA8AB0-FD1A-47AC-B1C4-0F1C52153CB1}" dt="2026-08-18T13:01:40.399" v="882" actId="164"/>
          <ac:spMkLst>
            <pc:docMk/>
            <pc:sldMk cId="0" sldId="296"/>
            <ac:spMk id="10" creationId="{00000000-0000-0000-0000-000000000000}"/>
          </ac:spMkLst>
        </pc:spChg>
        <pc:spChg chg="mod">
          <ac:chgData name="Zlatko Kovacic" userId="5ff10bcea318e6e4" providerId="LiveId" clId="{57DA8AB0-FD1A-47AC-B1C4-0F1C52153CB1}" dt="2026-08-18T13:01:50.413" v="883" actId="164"/>
          <ac:spMkLst>
            <pc:docMk/>
            <pc:sldMk cId="0" sldId="296"/>
            <ac:spMk id="11" creationId="{00000000-0000-0000-0000-000000000000}"/>
          </ac:spMkLst>
        </pc:spChg>
        <pc:spChg chg="mod">
          <ac:chgData name="Zlatko Kovacic" userId="5ff10bcea318e6e4" providerId="LiveId" clId="{57DA8AB0-FD1A-47AC-B1C4-0F1C52153CB1}" dt="2026-08-18T13:01:50.413" v="883" actId="164"/>
          <ac:spMkLst>
            <pc:docMk/>
            <pc:sldMk cId="0" sldId="296"/>
            <ac:spMk id="12" creationId="{00000000-0000-0000-0000-000000000000}"/>
          </ac:spMkLst>
        </pc:spChg>
        <pc:spChg chg="mod">
          <ac:chgData name="Zlatko Kovacic" userId="5ff10bcea318e6e4" providerId="LiveId" clId="{57DA8AB0-FD1A-47AC-B1C4-0F1C52153CB1}" dt="2026-08-18T13:01:59.962" v="884" actId="164"/>
          <ac:spMkLst>
            <pc:docMk/>
            <pc:sldMk cId="0" sldId="296"/>
            <ac:spMk id="13" creationId="{00000000-0000-0000-0000-000000000000}"/>
          </ac:spMkLst>
        </pc:spChg>
        <pc:spChg chg="mod">
          <ac:chgData name="Zlatko Kovacic" userId="5ff10bcea318e6e4" providerId="LiveId" clId="{57DA8AB0-FD1A-47AC-B1C4-0F1C52153CB1}" dt="2026-08-18T13:01:59.962" v="884" actId="164"/>
          <ac:spMkLst>
            <pc:docMk/>
            <pc:sldMk cId="0" sldId="296"/>
            <ac:spMk id="14" creationId="{00000000-0000-0000-0000-000000000000}"/>
          </ac:spMkLst>
        </pc:spChg>
        <pc:grpChg chg="add mod">
          <ac:chgData name="Zlatko Kovacic" userId="5ff10bcea318e6e4" providerId="LiveId" clId="{57DA8AB0-FD1A-47AC-B1C4-0F1C52153CB1}" dt="2026-08-18T13:02:12.205" v="885" actId="1076"/>
          <ac:grpSpMkLst>
            <pc:docMk/>
            <pc:sldMk cId="0" sldId="296"/>
            <ac:grpSpMk id="18" creationId="{95B4C5F9-3780-18F8-1D1C-20750AD0F6A7}"/>
          </ac:grpSpMkLst>
        </pc:grpChg>
        <pc:grpChg chg="add mod">
          <ac:chgData name="Zlatko Kovacic" userId="5ff10bcea318e6e4" providerId="LiveId" clId="{57DA8AB0-FD1A-47AC-B1C4-0F1C52153CB1}" dt="2026-08-18T13:02:12.205" v="885" actId="1076"/>
          <ac:grpSpMkLst>
            <pc:docMk/>
            <pc:sldMk cId="0" sldId="296"/>
            <ac:grpSpMk id="19" creationId="{EAEC7DA7-9B09-9198-694A-17EAE1762C98}"/>
          </ac:grpSpMkLst>
        </pc:grpChg>
        <pc:grpChg chg="add mod">
          <ac:chgData name="Zlatko Kovacic" userId="5ff10bcea318e6e4" providerId="LiveId" clId="{57DA8AB0-FD1A-47AC-B1C4-0F1C52153CB1}" dt="2026-08-18T13:02:12.205" v="885" actId="1076"/>
          <ac:grpSpMkLst>
            <pc:docMk/>
            <pc:sldMk cId="0" sldId="296"/>
            <ac:grpSpMk id="20" creationId="{C18A01FC-7A5F-B5CA-4222-E72AEEC215B8}"/>
          </ac:grpSpMkLst>
        </pc:grpChg>
        <pc:grpChg chg="add mod">
          <ac:chgData name="Zlatko Kovacic" userId="5ff10bcea318e6e4" providerId="LiveId" clId="{57DA8AB0-FD1A-47AC-B1C4-0F1C52153CB1}" dt="2026-08-18T13:02:12.205" v="885" actId="1076"/>
          <ac:grpSpMkLst>
            <pc:docMk/>
            <pc:sldMk cId="0" sldId="296"/>
            <ac:grpSpMk id="21" creationId="{57F2B5CB-4B45-4942-1F99-A257D9F7903B}"/>
          </ac:grpSpMkLst>
        </pc:grpChg>
        <pc:grpChg chg="add mod">
          <ac:chgData name="Zlatko Kovacic" userId="5ff10bcea318e6e4" providerId="LiveId" clId="{57DA8AB0-FD1A-47AC-B1C4-0F1C52153CB1}" dt="2026-08-18T13:02:12.205" v="885" actId="1076"/>
          <ac:grpSpMkLst>
            <pc:docMk/>
            <pc:sldMk cId="0" sldId="296"/>
            <ac:grpSpMk id="22" creationId="{0F9986B0-4C8C-E36E-5D38-DCA05923E8C3}"/>
          </ac:grpSpMkLst>
        </pc:grpChg>
      </pc:sldChg>
      <pc:sldChg chg="modSp mod modAnim">
        <pc:chgData name="Zlatko Kovacic" userId="5ff10bcea318e6e4" providerId="LiveId" clId="{57DA8AB0-FD1A-47AC-B1C4-0F1C52153CB1}" dt="2026-08-18T11:10:49.737" v="303" actId="207"/>
        <pc:sldMkLst>
          <pc:docMk/>
          <pc:sldMk cId="3173300660" sldId="302"/>
        </pc:sldMkLst>
        <pc:spChg chg="mod">
          <ac:chgData name="Zlatko Kovacic" userId="5ff10bcea318e6e4" providerId="LiveId" clId="{57DA8AB0-FD1A-47AC-B1C4-0F1C52153CB1}" dt="2026-08-18T10:57:08.865" v="236" actId="255"/>
          <ac:spMkLst>
            <pc:docMk/>
            <pc:sldMk cId="3173300660" sldId="302"/>
            <ac:spMk id="5" creationId="{00000000-0000-0000-0000-000000000000}"/>
          </ac:spMkLst>
        </pc:spChg>
        <pc:spChg chg="mod">
          <ac:chgData name="Zlatko Kovacic" userId="5ff10bcea318e6e4" providerId="LiveId" clId="{57DA8AB0-FD1A-47AC-B1C4-0F1C52153CB1}" dt="2026-08-18T11:09:16.342" v="295" actId="1076"/>
          <ac:spMkLst>
            <pc:docMk/>
            <pc:sldMk cId="3173300660" sldId="302"/>
            <ac:spMk id="7" creationId="{00000000-0000-0000-0000-000000000000}"/>
          </ac:spMkLst>
        </pc:spChg>
        <pc:spChg chg="mod">
          <ac:chgData name="Zlatko Kovacic" userId="5ff10bcea318e6e4" providerId="LiveId" clId="{57DA8AB0-FD1A-47AC-B1C4-0F1C52153CB1}" dt="2026-08-18T11:09:21.364" v="296" actId="255"/>
          <ac:spMkLst>
            <pc:docMk/>
            <pc:sldMk cId="3173300660" sldId="302"/>
            <ac:spMk id="8" creationId="{00000000-0000-0000-0000-000000000000}"/>
          </ac:spMkLst>
        </pc:spChg>
        <pc:spChg chg="mod">
          <ac:chgData name="Zlatko Kovacic" userId="5ff10bcea318e6e4" providerId="LiveId" clId="{57DA8AB0-FD1A-47AC-B1C4-0F1C52153CB1}" dt="2026-08-18T11:09:29.752" v="297" actId="255"/>
          <ac:spMkLst>
            <pc:docMk/>
            <pc:sldMk cId="3173300660" sldId="302"/>
            <ac:spMk id="9" creationId="{00000000-0000-0000-0000-000000000000}"/>
          </ac:spMkLst>
        </pc:spChg>
        <pc:spChg chg="mod">
          <ac:chgData name="Zlatko Kovacic" userId="5ff10bcea318e6e4" providerId="LiveId" clId="{57DA8AB0-FD1A-47AC-B1C4-0F1C52153CB1}" dt="2026-08-18T11:10:49.737" v="303" actId="207"/>
          <ac:spMkLst>
            <pc:docMk/>
            <pc:sldMk cId="3173300660" sldId="302"/>
            <ac:spMk id="10" creationId="{00000000-0000-0000-0000-000000000000}"/>
          </ac:spMkLst>
        </pc:spChg>
        <pc:picChg chg="mod">
          <ac:chgData name="Zlatko Kovacic" userId="5ff10bcea318e6e4" providerId="LiveId" clId="{57DA8AB0-FD1A-47AC-B1C4-0F1C52153CB1}" dt="2026-08-18T10:57:30.144" v="238" actId="14100"/>
          <ac:picMkLst>
            <pc:docMk/>
            <pc:sldMk cId="3173300660" sldId="302"/>
            <ac:picMk id="3" creationId="{128F8872-8974-9343-B443-F6E3D3D81B42}"/>
          </ac:picMkLst>
        </pc:picChg>
      </pc:sldChg>
      <pc:sldChg chg="addSp modSp mod modAnim">
        <pc:chgData name="Zlatko Kovacic" userId="5ff10bcea318e6e4" providerId="LiveId" clId="{57DA8AB0-FD1A-47AC-B1C4-0F1C52153CB1}" dt="2026-08-18T11:25:05.890" v="368"/>
        <pc:sldMkLst>
          <pc:docMk/>
          <pc:sldMk cId="3606277676" sldId="303"/>
        </pc:sldMkLst>
        <pc:spChg chg="mod">
          <ac:chgData name="Zlatko Kovacic" userId="5ff10bcea318e6e4" providerId="LiveId" clId="{57DA8AB0-FD1A-47AC-B1C4-0F1C52153CB1}" dt="2026-08-18T11:24:39.387" v="366" actId="164"/>
          <ac:spMkLst>
            <pc:docMk/>
            <pc:sldMk cId="3606277676" sldId="303"/>
            <ac:spMk id="6" creationId="{5D7FD4F0-4DA4-AE4B-DFEB-A83AFAB7C158}"/>
          </ac:spMkLst>
        </pc:spChg>
        <pc:spChg chg="mod">
          <ac:chgData name="Zlatko Kovacic" userId="5ff10bcea318e6e4" providerId="LiveId" clId="{57DA8AB0-FD1A-47AC-B1C4-0F1C52153CB1}" dt="2026-08-18T11:24:53.093" v="367" actId="164"/>
          <ac:spMkLst>
            <pc:docMk/>
            <pc:sldMk cId="3606277676" sldId="303"/>
            <ac:spMk id="8" creationId="{BFFE5B8D-FAA0-C316-F806-E53E2D4C6271}"/>
          </ac:spMkLst>
        </pc:spChg>
        <pc:spChg chg="mod">
          <ac:chgData name="Zlatko Kovacic" userId="5ff10bcea318e6e4" providerId="LiveId" clId="{57DA8AB0-FD1A-47AC-B1C4-0F1C52153CB1}" dt="2026-08-18T11:20:36.851" v="346" actId="255"/>
          <ac:spMkLst>
            <pc:docMk/>
            <pc:sldMk cId="3606277676" sldId="303"/>
            <ac:spMk id="10" creationId="{00000000-0000-0000-0000-000000000000}"/>
          </ac:spMkLst>
        </pc:spChg>
        <pc:spChg chg="mod">
          <ac:chgData name="Zlatko Kovacic" userId="5ff10bcea318e6e4" providerId="LiveId" clId="{57DA8AB0-FD1A-47AC-B1C4-0F1C52153CB1}" dt="2026-08-18T11:24:39.387" v="366" actId="164"/>
          <ac:spMkLst>
            <pc:docMk/>
            <pc:sldMk cId="3606277676" sldId="303"/>
            <ac:spMk id="12" creationId="{00000000-0000-0000-0000-000000000000}"/>
          </ac:spMkLst>
        </pc:spChg>
        <pc:spChg chg="mod">
          <ac:chgData name="Zlatko Kovacic" userId="5ff10bcea318e6e4" providerId="LiveId" clId="{57DA8AB0-FD1A-47AC-B1C4-0F1C52153CB1}" dt="2026-08-18T11:24:53.093" v="367" actId="164"/>
          <ac:spMkLst>
            <pc:docMk/>
            <pc:sldMk cId="3606277676" sldId="303"/>
            <ac:spMk id="13" creationId="{00000000-0000-0000-0000-000000000000}"/>
          </ac:spMkLst>
        </pc:spChg>
        <pc:grpChg chg="add mod">
          <ac:chgData name="Zlatko Kovacic" userId="5ff10bcea318e6e4" providerId="LiveId" clId="{57DA8AB0-FD1A-47AC-B1C4-0F1C52153CB1}" dt="2026-08-18T11:24:39.387" v="366" actId="164"/>
          <ac:grpSpMkLst>
            <pc:docMk/>
            <pc:sldMk cId="3606277676" sldId="303"/>
            <ac:grpSpMk id="2" creationId="{0A5E8DA2-4AD6-617A-C3AB-57A3EBCE03FC}"/>
          </ac:grpSpMkLst>
        </pc:grpChg>
        <pc:grpChg chg="add mod">
          <ac:chgData name="Zlatko Kovacic" userId="5ff10bcea318e6e4" providerId="LiveId" clId="{57DA8AB0-FD1A-47AC-B1C4-0F1C52153CB1}" dt="2026-08-18T11:24:53.093" v="367" actId="164"/>
          <ac:grpSpMkLst>
            <pc:docMk/>
            <pc:sldMk cId="3606277676" sldId="303"/>
            <ac:grpSpMk id="4" creationId="{F09FFF10-AEFE-82C6-7E7F-4D0EAF597BAF}"/>
          </ac:grpSpMkLst>
        </pc:grpChg>
        <pc:picChg chg="mod modCrop">
          <ac:chgData name="Zlatko Kovacic" userId="5ff10bcea318e6e4" providerId="LiveId" clId="{57DA8AB0-FD1A-47AC-B1C4-0F1C52153CB1}" dt="2026-08-18T11:24:39.387" v="366" actId="164"/>
          <ac:picMkLst>
            <pc:docMk/>
            <pc:sldMk cId="3606277676" sldId="303"/>
            <ac:picMk id="3" creationId="{4878F572-318E-D722-097C-5959FACD9AB5}"/>
          </ac:picMkLst>
        </pc:picChg>
        <pc:picChg chg="mod modCrop">
          <ac:chgData name="Zlatko Kovacic" userId="5ff10bcea318e6e4" providerId="LiveId" clId="{57DA8AB0-FD1A-47AC-B1C4-0F1C52153CB1}" dt="2026-08-18T11:24:53.093" v="367" actId="164"/>
          <ac:picMkLst>
            <pc:docMk/>
            <pc:sldMk cId="3606277676" sldId="303"/>
            <ac:picMk id="5" creationId="{1ED18798-CDBB-CAD5-4731-08A86591CC3F}"/>
          </ac:picMkLst>
        </pc:picChg>
      </pc:sldChg>
      <pc:sldChg chg="modSp mod">
        <pc:chgData name="Zlatko Kovacic" userId="5ff10bcea318e6e4" providerId="LiveId" clId="{57DA8AB0-FD1A-47AC-B1C4-0F1C52153CB1}" dt="2026-08-18T10:45:08.204" v="209" actId="255"/>
        <pc:sldMkLst>
          <pc:docMk/>
          <pc:sldMk cId="1773827583" sldId="304"/>
        </pc:sldMkLst>
        <pc:spChg chg="mod">
          <ac:chgData name="Zlatko Kovacic" userId="5ff10bcea318e6e4" providerId="LiveId" clId="{57DA8AB0-FD1A-47AC-B1C4-0F1C52153CB1}" dt="2026-08-18T09:54:08.710" v="44" actId="1076"/>
          <ac:spMkLst>
            <pc:docMk/>
            <pc:sldMk cId="1773827583" sldId="304"/>
            <ac:spMk id="3" creationId="{442EB528-B719-7EA7-6BD4-EA0DC407EFF6}"/>
          </ac:spMkLst>
        </pc:spChg>
        <pc:spChg chg="mod">
          <ac:chgData name="Zlatko Kovacic" userId="5ff10bcea318e6e4" providerId="LiveId" clId="{57DA8AB0-FD1A-47AC-B1C4-0F1C52153CB1}" dt="2026-08-18T10:45:08.204" v="209" actId="255"/>
          <ac:spMkLst>
            <pc:docMk/>
            <pc:sldMk cId="1773827583" sldId="304"/>
            <ac:spMk id="17" creationId="{00000000-0000-0000-0000-000000000000}"/>
          </ac:spMkLst>
        </pc:spChg>
        <pc:spChg chg="mod">
          <ac:chgData name="Zlatko Kovacic" userId="5ff10bcea318e6e4" providerId="LiveId" clId="{57DA8AB0-FD1A-47AC-B1C4-0F1C52153CB1}" dt="2026-08-18T09:54:17.534" v="45" actId="1076"/>
          <ac:spMkLst>
            <pc:docMk/>
            <pc:sldMk cId="1773827583" sldId="304"/>
            <ac:spMk id="19" creationId="{00000000-0000-0000-0000-000000000000}"/>
          </ac:spMkLst>
        </pc:spChg>
        <pc:picChg chg="mod modVis">
          <ac:chgData name="Zlatko Kovacic" userId="5ff10bcea318e6e4" providerId="LiveId" clId="{57DA8AB0-FD1A-47AC-B1C4-0F1C52153CB1}" dt="2026-08-18T09:53:40.487" v="41" actId="1076"/>
          <ac:picMkLst>
            <pc:docMk/>
            <pc:sldMk cId="1773827583" sldId="304"/>
            <ac:picMk id="11" creationId="{2A5B3E7B-6EB7-919F-4E5B-22875329C093}"/>
          </ac:picMkLst>
        </pc:picChg>
        <pc:picChg chg="mod modVis modCrop">
          <ac:chgData name="Zlatko Kovacic" userId="5ff10bcea318e6e4" providerId="LiveId" clId="{57DA8AB0-FD1A-47AC-B1C4-0F1C52153CB1}" dt="2026-08-18T09:53:46.312" v="43" actId="14429"/>
          <ac:picMkLst>
            <pc:docMk/>
            <pc:sldMk cId="1773827583" sldId="304"/>
            <ac:picMk id="13" creationId="{44E2E2D0-1BE6-2A18-E821-25C0EFBF2A71}"/>
          </ac:picMkLst>
        </pc:picChg>
        <pc:picChg chg="mod modVis">
          <ac:chgData name="Zlatko Kovacic" userId="5ff10bcea318e6e4" providerId="LiveId" clId="{57DA8AB0-FD1A-47AC-B1C4-0F1C52153CB1}" dt="2026-08-18T09:53:45.726" v="42" actId="14429"/>
          <ac:picMkLst>
            <pc:docMk/>
            <pc:sldMk cId="1773827583" sldId="304"/>
            <ac:picMk id="15" creationId="{7FA1B353-674D-F206-EB25-035FFE798136}"/>
          </ac:picMkLst>
        </pc:picChg>
      </pc:sldChg>
      <pc:sldChg chg="modSp mod">
        <pc:chgData name="Zlatko Kovacic" userId="5ff10bcea318e6e4" providerId="LiveId" clId="{57DA8AB0-FD1A-47AC-B1C4-0F1C52153CB1}" dt="2026-08-18T11:48:48.058" v="502" actId="207"/>
        <pc:sldMkLst>
          <pc:docMk/>
          <pc:sldMk cId="2264843035" sldId="305"/>
        </pc:sldMkLst>
        <pc:spChg chg="mod">
          <ac:chgData name="Zlatko Kovacic" userId="5ff10bcea318e6e4" providerId="LiveId" clId="{57DA8AB0-FD1A-47AC-B1C4-0F1C52153CB1}" dt="2026-08-18T11:48:15.830" v="500" actId="1076"/>
          <ac:spMkLst>
            <pc:docMk/>
            <pc:sldMk cId="2264843035" sldId="305"/>
            <ac:spMk id="4" creationId="{BAD84AD1-3F3A-3540-6CBC-8DD06DCD94DD}"/>
          </ac:spMkLst>
        </pc:spChg>
        <pc:spChg chg="mod">
          <ac:chgData name="Zlatko Kovacic" userId="5ff10bcea318e6e4" providerId="LiveId" clId="{57DA8AB0-FD1A-47AC-B1C4-0F1C52153CB1}" dt="2026-08-18T11:46:55.464" v="492" actId="114"/>
          <ac:spMkLst>
            <pc:docMk/>
            <pc:sldMk cId="2264843035" sldId="305"/>
            <ac:spMk id="6" creationId="{00000000-0000-0000-0000-000000000000}"/>
          </ac:spMkLst>
        </pc:spChg>
        <pc:spChg chg="mod">
          <ac:chgData name="Zlatko Kovacic" userId="5ff10bcea318e6e4" providerId="LiveId" clId="{57DA8AB0-FD1A-47AC-B1C4-0F1C52153CB1}" dt="2026-08-18T11:48:48.058" v="502" actId="207"/>
          <ac:spMkLst>
            <pc:docMk/>
            <pc:sldMk cId="2264843035" sldId="305"/>
            <ac:spMk id="8" creationId="{00000000-0000-0000-0000-000000000000}"/>
          </ac:spMkLst>
        </pc:spChg>
        <pc:picChg chg="mod">
          <ac:chgData name="Zlatko Kovacic" userId="5ff10bcea318e6e4" providerId="LiveId" clId="{57DA8AB0-FD1A-47AC-B1C4-0F1C52153CB1}" dt="2026-08-18T11:47:02.464" v="493" actId="1076"/>
          <ac:picMkLst>
            <pc:docMk/>
            <pc:sldMk cId="2264843035" sldId="305"/>
            <ac:picMk id="3" creationId="{94812D53-A92E-3D28-05DC-38B1460E0F8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1092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kern="1200" dirty="0">
                <a:solidFill>
                  <a:schemeClr val="tx1"/>
                </a:solidFill>
                <a:effectLst/>
                <a:latin typeface="+mn-lt"/>
                <a:ea typeface="+mn-ea"/>
                <a:cs typeface="+mn-cs"/>
              </a:rPr>
              <a:t>The goal is not to learn every part of RStudio today. We will use only the parts needed to run prepared code, inspect results, and save outputs. If an error occurs, first check whether the project file is open and whether the expected data file is in the project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labels are a safety mechanism. They tell participants when to execute code, when it is methodologically safe to change a parameter, and when they should stop coding and describe what the output means.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The key idea is that angles are positions on a circle, not ordinary numbers on an open line. The values 359° and 1° are only two degrees apart, even though their arithmetic difference appears to be 358°. Circular methods preserve this neighbourhood relationship.</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kern="1200" dirty="0">
                <a:solidFill>
                  <a:schemeClr val="tx1"/>
                </a:solidFill>
                <a:effectLst/>
                <a:latin typeface="+mn-lt"/>
                <a:ea typeface="+mn-ea"/>
                <a:cs typeface="+mn-cs"/>
              </a:rPr>
              <a:t>Before choosing a statistical method, decide whether the direction of the arrow has substantive meaning. If reversing the arrow changes the meaning, the data are directional. If only the underlying line or axis matters, the data are axial and require a different treatment. This treatment is explained in my book (a copy of the book is available with the workshop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geographic convention matters because different software and disciplines sometimes use different angular conventions. In this workshop we use geographic azimuth: North is zero degrees and angles increase clockwise.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plot-first rule is a diagnostic rule. The same </a:t>
            </a:r>
            <a:r>
              <a:rPr i="1" dirty="0"/>
              <a:t>p</a:t>
            </a:r>
            <a:r>
              <a:rPr dirty="0"/>
              <a:t>-value can be misleading if the visual pattern is bimodal, multimodal, near-uniform, or dominated by a few outlying observations.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kern="1200" dirty="0">
                <a:solidFill>
                  <a:schemeClr val="tx1"/>
                </a:solidFill>
                <a:effectLst/>
                <a:latin typeface="+mn-lt"/>
                <a:ea typeface="+mn-ea"/>
                <a:cs typeface="+mn-cs"/>
              </a:rPr>
              <a:t>R-bar measures the length of the average resultant vector. It is large when the observations point in a similar direction and small when they cancel one another. Circular variance is simply 1-bar R, so the two measures describe concentration from opposite perspectives.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Rayleigh’s test is most useful when we have a plausible unimodal concentration around one preferred direction. It is not a general-purpose test for every non-uniform circular distribution. Always inspect the plot before interpreting the p-value.</a:t>
            </a:r>
          </a:p>
          <a:p>
            <a:endParaRPr/>
          </a:p>
          <a:p>
            <a:r>
              <a:t>Use the decision diagram before showing the code. Rayleigh is most informative for an approximately unimodal preferred direction. When the plot suggests multiple modes or subgroups, inspect that structure first.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The von Mises distribution is often introduced as the circular analogue of a normal distribution. The parameter </a:t>
            </a:r>
            <a:r>
              <a:rPr lang="en-NZ" sz="1200" i="1" kern="1200" dirty="0">
                <a:solidFill>
                  <a:schemeClr val="tx1"/>
                </a:solidFill>
                <a:effectLst/>
                <a:latin typeface="+mn-lt"/>
                <a:ea typeface="+mn-ea"/>
                <a:cs typeface="+mn-cs"/>
              </a:rPr>
              <a:t>mu</a:t>
            </a:r>
            <a:r>
              <a:rPr lang="en-NZ" sz="1200" kern="1200" dirty="0">
                <a:solidFill>
                  <a:schemeClr val="tx1"/>
                </a:solidFill>
                <a:effectLst/>
                <a:latin typeface="+mn-lt"/>
                <a:ea typeface="+mn-ea"/>
                <a:cs typeface="+mn-cs"/>
              </a:rPr>
              <a:t> represents the central direction, while </a:t>
            </a:r>
            <a:r>
              <a:rPr lang="en-NZ" sz="1200" i="1" kern="1200" dirty="0">
                <a:solidFill>
                  <a:schemeClr val="tx1"/>
                </a:solidFill>
                <a:effectLst/>
                <a:latin typeface="+mn-lt"/>
                <a:ea typeface="+mn-ea"/>
                <a:cs typeface="+mn-cs"/>
              </a:rPr>
              <a:t>kappa</a:t>
            </a:r>
            <a:r>
              <a:rPr lang="en-NZ" sz="1200" kern="1200" dirty="0">
                <a:solidFill>
                  <a:schemeClr val="tx1"/>
                </a:solidFill>
                <a:effectLst/>
                <a:latin typeface="+mn-lt"/>
                <a:ea typeface="+mn-ea"/>
                <a:cs typeface="+mn-cs"/>
              </a:rPr>
              <a:t> controls concentration. A high value of </a:t>
            </a:r>
            <a:r>
              <a:rPr lang="en-NZ" sz="1200" i="1" kern="1200" dirty="0">
                <a:solidFill>
                  <a:schemeClr val="tx1"/>
                </a:solidFill>
                <a:effectLst/>
                <a:latin typeface="+mn-lt"/>
                <a:ea typeface="+mn-ea"/>
                <a:cs typeface="+mn-cs"/>
              </a:rPr>
              <a:t>kappa</a:t>
            </a:r>
            <a:r>
              <a:rPr lang="en-NZ" sz="1200" kern="1200" dirty="0">
                <a:solidFill>
                  <a:schemeClr val="tx1"/>
                </a:solidFill>
                <a:effectLst/>
                <a:latin typeface="+mn-lt"/>
                <a:ea typeface="+mn-ea"/>
                <a:cs typeface="+mn-cs"/>
              </a:rPr>
              <a:t> produces a narrow distribution; a low value produces a broad one.</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curvigram does not treat every reported measurement as exact. Each observation contributes a smooth, uncertainty-shaped function, and the contributions are then combined. The resulting curve is descriptive and should be interpreted together with the uncertainty assumptions and sensitivity analysis.</a:t>
            </a:r>
          </a:p>
          <a:p>
            <a:endParaRPr/>
          </a:p>
          <a:p>
            <a:r>
              <a:t>Walk through the four panels slowly. One value becomes an uncertainty interval, the interval becomes a kernel contribution, and the sum of all contributions becomes the curvigram. The curve is descriptive and depends on kernel, bandwidth and normalization choices.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freezes the baseline. Emphasise that a baseline is not a claim of optimality; it is a reproducible starting point from which sensitivity analysis can proceed.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kern="1200" dirty="0">
                <a:solidFill>
                  <a:schemeClr val="tx1"/>
                </a:solidFill>
                <a:effectLst/>
                <a:latin typeface="+mn-lt"/>
                <a:ea typeface="+mn-ea"/>
                <a:cs typeface="+mn-cs"/>
              </a:rPr>
              <a:t>The purpose of sensitivity analysis is not to search for the most attractive graph. It is to determine which features remain visible under reasonable analytical choices. A feature that persists across kernels and bandwidths deserves more confidence than one that appears only under a single specification.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simplified rose diagram removes polar-grid decoration and focuses on the substantive message: the pooled distribution has two opposite modes, so the non-significant Rayleigh result should not be read as proof of uniformity.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kern="1200" dirty="0">
                <a:solidFill>
                  <a:schemeClr val="tx1"/>
                </a:solidFill>
                <a:effectLst/>
                <a:latin typeface="+mn-lt"/>
                <a:ea typeface="+mn-ea"/>
                <a:cs typeface="+mn-cs"/>
              </a:rPr>
              <a:t>Opposing groups can cancel in the pooled resultant even when each subgroup is strongly concentrated. This is why a low R-bar or non-significant Rayleigh test in the pooled sample may conceal meaningful structure. Grouping and provenance are part of the analysis, not merely descriptive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subgroup rose diagrams show why provenance matters. Each subgroup is strongly concentrated, but the pooled resultant is almost zero because the two traditions point in opposite directions.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decision aid is a bridge from workshop examples to participant projects. Start with the research question, then choose the description or method that answers it; do not choose a method simply because it is available.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Reveal the app only after participants have seen the transparent calculation in R. The app is useful because they now understand what kernel, bandwidth, uncertainty and sensitivity mean.</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kern="1200" dirty="0">
                <a:solidFill>
                  <a:schemeClr val="tx1"/>
                </a:solidFill>
                <a:effectLst/>
                <a:latin typeface="+mn-lt"/>
                <a:ea typeface="+mn-ea"/>
                <a:cs typeface="+mn-cs"/>
              </a:rPr>
              <a:t>Statistical evidence can identify a concentration, but it cannot by itself establish intention, astronomical knowledge, or cultural meaning. Those claims require independent archaeological, historical, environmental, and contextual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hyperlink" Target="https://bit.ly/curvigram-explorer" TargetMode="External"/><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hyperlink" Target="https://github.com/MyStatisticalConsultant/curvigram-explorer" TargetMode="External"/><Relationship Id="rId4" Type="http://schemas.openxmlformats.org/officeDocument/2006/relationships/image" Target="../media/image13.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24D"/>
        </a:solidFill>
        <a:effectLst/>
      </p:bgPr>
    </p:bg>
    <p:spTree>
      <p:nvGrpSpPr>
        <p:cNvPr id="1" name=""/>
        <p:cNvGrpSpPr/>
        <p:nvPr/>
      </p:nvGrpSpPr>
      <p:grpSpPr>
        <a:xfrm>
          <a:off x="0" y="0"/>
          <a:ext cx="0" cy="0"/>
          <a:chOff x="0" y="0"/>
          <a:chExt cx="0" cy="0"/>
        </a:xfrm>
      </p:grpSpPr>
      <p:sp>
        <p:nvSpPr>
          <p:cNvPr id="2" name="Text 0"/>
          <p:cNvSpPr/>
          <p:nvPr/>
        </p:nvSpPr>
        <p:spPr>
          <a:xfrm>
            <a:off x="777240" y="694944"/>
            <a:ext cx="4389120" cy="256032"/>
          </a:xfrm>
          <a:prstGeom prst="rect">
            <a:avLst/>
          </a:prstGeom>
          <a:noFill/>
          <a:ln/>
        </p:spPr>
        <p:txBody>
          <a:bodyPr wrap="square" lIns="0" tIns="0" rIns="0" bIns="0" rtlCol="0" anchor="ctr"/>
          <a:lstStyle/>
          <a:p>
            <a:pPr marL="0" indent="0">
              <a:buNone/>
            </a:pPr>
            <a:r>
              <a:rPr lang="en-US" sz="1600" b="1" dirty="0">
                <a:solidFill>
                  <a:srgbClr val="93C5FD"/>
                </a:solidFill>
                <a:latin typeface="Aptos" pitchFamily="34" charset="0"/>
                <a:ea typeface="Aptos" pitchFamily="34" charset="-122"/>
                <a:cs typeface="Aptos" pitchFamily="34" charset="-120"/>
              </a:rPr>
              <a:t>SEAC 2026 WORKSHOP</a:t>
            </a:r>
            <a:endParaRPr lang="en-US" sz="1600" dirty="0"/>
          </a:p>
        </p:txBody>
      </p:sp>
      <p:sp>
        <p:nvSpPr>
          <p:cNvPr id="3" name="Text 1"/>
          <p:cNvSpPr/>
          <p:nvPr/>
        </p:nvSpPr>
        <p:spPr>
          <a:xfrm>
            <a:off x="749808" y="1298448"/>
            <a:ext cx="7543800" cy="2331720"/>
          </a:xfrm>
          <a:prstGeom prst="rect">
            <a:avLst/>
          </a:prstGeom>
          <a:noFill/>
          <a:ln/>
        </p:spPr>
        <p:txBody>
          <a:bodyPr wrap="square" lIns="254" tIns="254" rIns="254" bIns="254" rtlCol="0" anchor="ctr">
            <a:normAutofit/>
          </a:bodyPr>
          <a:lstStyle/>
          <a:p>
            <a:pPr marL="0" indent="0">
              <a:buNone/>
            </a:pPr>
            <a:r>
              <a:rPr lang="en-US" sz="3800" b="1" dirty="0">
                <a:solidFill>
                  <a:srgbClr val="FFFFFF"/>
                </a:solidFill>
                <a:latin typeface="Aptos Display" pitchFamily="34" charset="0"/>
                <a:ea typeface="Aptos Display" pitchFamily="34" charset="-122"/>
                <a:cs typeface="Aptos Display" pitchFamily="34" charset="-120"/>
              </a:rPr>
              <a:t>Circular Statistics in</a:t>
            </a:r>
            <a:endParaRPr lang="en-US" sz="3800" dirty="0"/>
          </a:p>
          <a:p>
            <a:pPr marL="0" indent="0">
              <a:buNone/>
            </a:pPr>
            <a:r>
              <a:rPr lang="en-US" sz="3800" b="1" dirty="0">
                <a:solidFill>
                  <a:srgbClr val="FFFFFF"/>
                </a:solidFill>
                <a:latin typeface="Aptos Display" pitchFamily="34" charset="0"/>
                <a:ea typeface="Aptos Display" pitchFamily="34" charset="-122"/>
                <a:cs typeface="Aptos Display" pitchFamily="34" charset="-120"/>
              </a:rPr>
              <a:t>Archaeoastronomy and</a:t>
            </a:r>
            <a:endParaRPr lang="en-US" sz="3800" dirty="0"/>
          </a:p>
          <a:p>
            <a:pPr marL="0" indent="0">
              <a:buNone/>
            </a:pPr>
            <a:r>
              <a:rPr lang="en-US" sz="3800" b="1" dirty="0">
                <a:solidFill>
                  <a:srgbClr val="FFFFFF"/>
                </a:solidFill>
                <a:latin typeface="Aptos Display" pitchFamily="34" charset="0"/>
                <a:ea typeface="Aptos Display" pitchFamily="34" charset="-122"/>
                <a:cs typeface="Aptos Display" pitchFamily="34" charset="-120"/>
              </a:rPr>
              <a:t>Ethnoastronomy Using R</a:t>
            </a:r>
            <a:endParaRPr lang="en-US" sz="3800" dirty="0"/>
          </a:p>
        </p:txBody>
      </p:sp>
      <p:sp>
        <p:nvSpPr>
          <p:cNvPr id="4" name="Text 2"/>
          <p:cNvSpPr/>
          <p:nvPr/>
        </p:nvSpPr>
        <p:spPr>
          <a:xfrm>
            <a:off x="795528" y="3822192"/>
            <a:ext cx="9875520" cy="411480"/>
          </a:xfrm>
          <a:prstGeom prst="rect">
            <a:avLst/>
          </a:prstGeom>
          <a:noFill/>
          <a:ln/>
        </p:spPr>
        <p:txBody>
          <a:bodyPr wrap="square" lIns="0" tIns="0" rIns="0" bIns="0" rtlCol="0" anchor="ctr"/>
          <a:lstStyle/>
          <a:p>
            <a:pPr marL="0" indent="0">
              <a:buNone/>
            </a:pPr>
            <a:r>
              <a:rPr lang="en-US" sz="2400" dirty="0">
                <a:solidFill>
                  <a:srgbClr val="DDEAFE"/>
                </a:solidFill>
                <a:latin typeface="Aptos" pitchFamily="34" charset="0"/>
                <a:ea typeface="Aptos" pitchFamily="34" charset="-122"/>
                <a:cs typeface="Aptos" pitchFamily="34" charset="-120"/>
              </a:rPr>
              <a:t>RStudio · circular package · transparent curvigrams · reproducible outputs</a:t>
            </a:r>
            <a:endParaRPr lang="en-US" sz="2400" dirty="0"/>
          </a:p>
        </p:txBody>
      </p:sp>
      <p:sp>
        <p:nvSpPr>
          <p:cNvPr id="5" name="Text 3"/>
          <p:cNvSpPr/>
          <p:nvPr/>
        </p:nvSpPr>
        <p:spPr>
          <a:xfrm>
            <a:off x="795528" y="6199632"/>
            <a:ext cx="6858000" cy="228600"/>
          </a:xfrm>
          <a:prstGeom prst="rect">
            <a:avLst/>
          </a:prstGeom>
          <a:noFill/>
          <a:ln/>
        </p:spPr>
        <p:txBody>
          <a:bodyPr wrap="square" lIns="0" tIns="0" rIns="0" bIns="0" rtlCol="0" anchor="ctr"/>
          <a:lstStyle/>
          <a:p>
            <a:pPr marL="0" indent="0">
              <a:buNone/>
            </a:pPr>
            <a:r>
              <a:rPr lang="en-US" dirty="0">
                <a:solidFill>
                  <a:srgbClr val="B6C9DE"/>
                </a:solidFill>
                <a:latin typeface="Aptos" pitchFamily="34" charset="0"/>
                <a:ea typeface="Aptos" pitchFamily="34" charset="-122"/>
                <a:cs typeface="Aptos" pitchFamily="34" charset="-120"/>
              </a:rPr>
              <a:t>Sunday 16:00–20:00  |  Zlatko J. Kovačić</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START HERE</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This is a methods workshop supported by R</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2240280" y="1444752"/>
            <a:ext cx="8001000" cy="804671"/>
          </a:xfrm>
          <a:prstGeom prst="rect">
            <a:avLst/>
          </a:prstGeom>
          <a:noFill/>
          <a:ln/>
        </p:spPr>
        <p:txBody>
          <a:bodyPr wrap="square" lIns="635" tIns="635" rIns="635" bIns="635" rtlCol="0" anchor="t">
            <a:noAutofit/>
          </a:bodyPr>
          <a:lstStyle/>
          <a:p>
            <a:pPr marL="0" indent="0" algn="l">
              <a:buNone/>
            </a:pPr>
            <a:r>
              <a:rPr lang="en-US" sz="2400" dirty="0">
                <a:solidFill>
                  <a:srgbClr val="17324D"/>
                </a:solidFill>
                <a:latin typeface="Aptos" pitchFamily="34" charset="0"/>
                <a:ea typeface="Aptos" pitchFamily="34" charset="-122"/>
                <a:cs typeface="Aptos" pitchFamily="34" charset="-120"/>
              </a:rPr>
              <a:t>Not an R programming course. You will run prepared scripts, </a:t>
            </a:r>
            <a:br>
              <a:rPr lang="en-US" sz="2400" dirty="0">
                <a:solidFill>
                  <a:srgbClr val="17324D"/>
                </a:solidFill>
                <a:latin typeface="Aptos" pitchFamily="34" charset="0"/>
                <a:ea typeface="Aptos" pitchFamily="34" charset="-122"/>
                <a:cs typeface="Aptos" pitchFamily="34" charset="-120"/>
              </a:rPr>
            </a:br>
            <a:r>
              <a:rPr lang="en-US" sz="2400" dirty="0">
                <a:solidFill>
                  <a:srgbClr val="17324D"/>
                </a:solidFill>
                <a:latin typeface="Aptos" pitchFamily="34" charset="0"/>
                <a:ea typeface="Aptos" pitchFamily="34" charset="-122"/>
                <a:cs typeface="Aptos" pitchFamily="34" charset="-120"/>
              </a:rPr>
              <a:t>change only marked parameters and interpret the result.</a:t>
            </a:r>
            <a:endParaRPr lang="en-US" sz="2400" dirty="0"/>
          </a:p>
        </p:txBody>
      </p:sp>
      <p:grpSp>
        <p:nvGrpSpPr>
          <p:cNvPr id="24" name="Group 23">
            <a:extLst>
              <a:ext uri="{FF2B5EF4-FFF2-40B4-BE49-F238E27FC236}">
                <a16:creationId xmlns:a16="http://schemas.microsoft.com/office/drawing/2014/main" id="{0641B39D-8BA1-84F1-322C-4A3E0BCF6C41}"/>
              </a:ext>
            </a:extLst>
          </p:cNvPr>
          <p:cNvGrpSpPr/>
          <p:nvPr/>
        </p:nvGrpSpPr>
        <p:grpSpPr>
          <a:xfrm>
            <a:off x="685800" y="3154859"/>
            <a:ext cx="2112264" cy="658368"/>
            <a:chOff x="777240" y="2715768"/>
            <a:chExt cx="2112264" cy="658368"/>
          </a:xfrm>
        </p:grpSpPr>
        <p:sp>
          <p:nvSpPr>
            <p:cNvPr id="6" name="Text 4"/>
            <p:cNvSpPr/>
            <p:nvPr/>
          </p:nvSpPr>
          <p:spPr>
            <a:xfrm>
              <a:off x="777240" y="2743200"/>
              <a:ext cx="420624" cy="420624"/>
            </a:xfrm>
            <a:prstGeom prst="rect">
              <a:avLst/>
            </a:prstGeom>
            <a:solidFill>
              <a:srgbClr val="1C7C7D"/>
            </a:solidFill>
            <a:ln/>
          </p:spPr>
          <p:txBody>
            <a:bodyPr wrap="square" lIns="508" tIns="508" rIns="508" bIns="508" rtlCol="0" anchor="ctr"/>
            <a:lstStyle/>
            <a:p>
              <a:pPr marL="0" indent="0" algn="ctr">
                <a:buNone/>
              </a:pPr>
              <a:r>
                <a:rPr lang="en-US" sz="1600" b="1" dirty="0">
                  <a:solidFill>
                    <a:srgbClr val="FFFFFF"/>
                  </a:solidFill>
                </a:rPr>
                <a:t>1</a:t>
              </a:r>
              <a:endParaRPr lang="en-US" sz="1600" dirty="0"/>
            </a:p>
          </p:txBody>
        </p:sp>
        <p:sp>
          <p:nvSpPr>
            <p:cNvPr id="7" name="Text 5"/>
            <p:cNvSpPr/>
            <p:nvPr/>
          </p:nvSpPr>
          <p:spPr>
            <a:xfrm>
              <a:off x="1280160" y="2715768"/>
              <a:ext cx="1463040" cy="658368"/>
            </a:xfrm>
            <a:prstGeom prst="rect">
              <a:avLst/>
            </a:prstGeom>
            <a:noFill/>
            <a:ln/>
          </p:spPr>
          <p:txBody>
            <a:bodyPr wrap="square" lIns="254" tIns="254" rIns="254" bIns="254" rtlCol="0" anchor="ctr">
              <a:normAutofit/>
            </a:bodyPr>
            <a:lstStyle/>
            <a:p>
              <a:pPr marL="0" indent="0">
                <a:buNone/>
              </a:pPr>
              <a:r>
                <a:rPr lang="en-US" sz="1700" dirty="0">
                  <a:solidFill>
                    <a:srgbClr val="1E293B"/>
                  </a:solidFill>
                  <a:latin typeface="Aptos" pitchFamily="34" charset="0"/>
                  <a:ea typeface="Aptos" pitchFamily="34" charset="-122"/>
                  <a:cs typeface="Aptos" pitchFamily="34" charset="-120"/>
                </a:rPr>
                <a:t>Identify</a:t>
              </a:r>
              <a:endParaRPr lang="en-US" sz="1700" dirty="0"/>
            </a:p>
            <a:p>
              <a:pPr marL="0" indent="0">
                <a:buNone/>
              </a:pPr>
              <a:r>
                <a:rPr lang="en-US" sz="1700" dirty="0">
                  <a:solidFill>
                    <a:srgbClr val="1E293B"/>
                  </a:solidFill>
                  <a:latin typeface="Aptos" pitchFamily="34" charset="0"/>
                  <a:ea typeface="Aptos" pitchFamily="34" charset="-122"/>
                  <a:cs typeface="Aptos" pitchFamily="34" charset="-120"/>
                </a:rPr>
                <a:t>the question</a:t>
              </a:r>
              <a:endParaRPr lang="en-US" sz="1700" dirty="0"/>
            </a:p>
          </p:txBody>
        </p:sp>
        <p:sp>
          <p:nvSpPr>
            <p:cNvPr id="8" name="Shape 6"/>
            <p:cNvSpPr/>
            <p:nvPr/>
          </p:nvSpPr>
          <p:spPr>
            <a:xfrm>
              <a:off x="2633472" y="2971800"/>
              <a:ext cx="256032" cy="0"/>
            </a:xfrm>
            <a:prstGeom prst="line">
              <a:avLst/>
            </a:prstGeom>
            <a:noFill/>
            <a:ln w="15240">
              <a:solidFill>
                <a:srgbClr val="CBD5E1"/>
              </a:solidFill>
              <a:prstDash val="solid"/>
              <a:headEnd type="none"/>
              <a:tailEnd type="triangle"/>
            </a:ln>
          </p:spPr>
          <p:txBody>
            <a:bodyPr/>
            <a:lstStyle/>
            <a:p>
              <a:endParaRPr lang="en-US"/>
            </a:p>
          </p:txBody>
        </p:sp>
      </p:grpSp>
      <p:grpSp>
        <p:nvGrpSpPr>
          <p:cNvPr id="25" name="Group 24">
            <a:extLst>
              <a:ext uri="{FF2B5EF4-FFF2-40B4-BE49-F238E27FC236}">
                <a16:creationId xmlns:a16="http://schemas.microsoft.com/office/drawing/2014/main" id="{36103C9F-1372-8D6B-6FC7-DFF84D5D1963}"/>
              </a:ext>
            </a:extLst>
          </p:cNvPr>
          <p:cNvGrpSpPr/>
          <p:nvPr/>
        </p:nvGrpSpPr>
        <p:grpSpPr>
          <a:xfrm>
            <a:off x="2926080" y="3154859"/>
            <a:ext cx="2112264" cy="658368"/>
            <a:chOff x="3017520" y="2715768"/>
            <a:chExt cx="2112264" cy="658368"/>
          </a:xfrm>
        </p:grpSpPr>
        <p:sp>
          <p:nvSpPr>
            <p:cNvPr id="9" name="Text 7"/>
            <p:cNvSpPr/>
            <p:nvPr/>
          </p:nvSpPr>
          <p:spPr>
            <a:xfrm>
              <a:off x="3017520" y="2743200"/>
              <a:ext cx="420624" cy="420624"/>
            </a:xfrm>
            <a:prstGeom prst="rect">
              <a:avLst/>
            </a:prstGeom>
            <a:solidFill>
              <a:srgbClr val="1C7C7D"/>
            </a:solidFill>
            <a:ln/>
          </p:spPr>
          <p:txBody>
            <a:bodyPr wrap="square" lIns="508" tIns="508" rIns="508" bIns="508" rtlCol="0" anchor="ctr"/>
            <a:lstStyle/>
            <a:p>
              <a:pPr marL="0" indent="0" algn="ctr">
                <a:buNone/>
              </a:pPr>
              <a:r>
                <a:rPr lang="en-US" sz="1600" b="1" dirty="0">
                  <a:solidFill>
                    <a:srgbClr val="FFFFFF"/>
                  </a:solidFill>
                </a:rPr>
                <a:t>2</a:t>
              </a:r>
              <a:endParaRPr lang="en-US" sz="1600" dirty="0"/>
            </a:p>
          </p:txBody>
        </p:sp>
        <p:sp>
          <p:nvSpPr>
            <p:cNvPr id="10" name="Text 8"/>
            <p:cNvSpPr/>
            <p:nvPr/>
          </p:nvSpPr>
          <p:spPr>
            <a:xfrm>
              <a:off x="3520440" y="2715768"/>
              <a:ext cx="1463040" cy="658368"/>
            </a:xfrm>
            <a:prstGeom prst="rect">
              <a:avLst/>
            </a:prstGeom>
            <a:noFill/>
            <a:ln/>
          </p:spPr>
          <p:txBody>
            <a:bodyPr wrap="square" lIns="254" tIns="254" rIns="254" bIns="254" rtlCol="0" anchor="ctr">
              <a:normAutofit/>
            </a:bodyPr>
            <a:lstStyle/>
            <a:p>
              <a:pPr marL="0" indent="0">
                <a:buNone/>
              </a:pPr>
              <a:r>
                <a:rPr lang="en-US" sz="1700" dirty="0">
                  <a:solidFill>
                    <a:srgbClr val="1E293B"/>
                  </a:solidFill>
                  <a:latin typeface="Aptos" pitchFamily="34" charset="0"/>
                  <a:ea typeface="Aptos" pitchFamily="34" charset="-122"/>
                  <a:cs typeface="Aptos" pitchFamily="34" charset="-120"/>
                </a:rPr>
                <a:t>Run a</a:t>
              </a:r>
              <a:endParaRPr lang="en-US" sz="1700" dirty="0"/>
            </a:p>
            <a:p>
              <a:pPr marL="0" indent="0">
                <a:buNone/>
              </a:pPr>
              <a:r>
                <a:rPr lang="en-US" sz="1700" dirty="0">
                  <a:solidFill>
                    <a:srgbClr val="1E293B"/>
                  </a:solidFill>
                  <a:latin typeface="Aptos" pitchFamily="34" charset="0"/>
                  <a:ea typeface="Aptos" pitchFamily="34" charset="-122"/>
                  <a:cs typeface="Aptos" pitchFamily="34" charset="-120"/>
                </a:rPr>
                <a:t>validated block</a:t>
              </a:r>
              <a:endParaRPr lang="en-US" sz="1700" dirty="0"/>
            </a:p>
          </p:txBody>
        </p:sp>
        <p:sp>
          <p:nvSpPr>
            <p:cNvPr id="11" name="Shape 9"/>
            <p:cNvSpPr/>
            <p:nvPr/>
          </p:nvSpPr>
          <p:spPr>
            <a:xfrm>
              <a:off x="4873752" y="2971800"/>
              <a:ext cx="256032" cy="0"/>
            </a:xfrm>
            <a:prstGeom prst="line">
              <a:avLst/>
            </a:prstGeom>
            <a:noFill/>
            <a:ln w="15240">
              <a:solidFill>
                <a:srgbClr val="CBD5E1"/>
              </a:solidFill>
              <a:prstDash val="solid"/>
              <a:headEnd type="none"/>
              <a:tailEnd type="triangle"/>
            </a:ln>
          </p:spPr>
          <p:txBody>
            <a:bodyPr/>
            <a:lstStyle/>
            <a:p>
              <a:endParaRPr lang="en-US"/>
            </a:p>
          </p:txBody>
        </p:sp>
      </p:grpSp>
      <p:grpSp>
        <p:nvGrpSpPr>
          <p:cNvPr id="26" name="Group 25">
            <a:extLst>
              <a:ext uri="{FF2B5EF4-FFF2-40B4-BE49-F238E27FC236}">
                <a16:creationId xmlns:a16="http://schemas.microsoft.com/office/drawing/2014/main" id="{947D0408-8598-B17C-9E86-748E5E26F90A}"/>
              </a:ext>
            </a:extLst>
          </p:cNvPr>
          <p:cNvGrpSpPr/>
          <p:nvPr/>
        </p:nvGrpSpPr>
        <p:grpSpPr>
          <a:xfrm>
            <a:off x="5166360" y="3154859"/>
            <a:ext cx="2112264" cy="658368"/>
            <a:chOff x="5257800" y="2715768"/>
            <a:chExt cx="2112264" cy="658368"/>
          </a:xfrm>
        </p:grpSpPr>
        <p:sp>
          <p:nvSpPr>
            <p:cNvPr id="12" name="Text 10"/>
            <p:cNvSpPr/>
            <p:nvPr/>
          </p:nvSpPr>
          <p:spPr>
            <a:xfrm>
              <a:off x="5257800" y="2743200"/>
              <a:ext cx="420624" cy="420624"/>
            </a:xfrm>
            <a:prstGeom prst="rect">
              <a:avLst/>
            </a:prstGeom>
            <a:solidFill>
              <a:srgbClr val="1C7C7D"/>
            </a:solidFill>
            <a:ln/>
          </p:spPr>
          <p:txBody>
            <a:bodyPr wrap="square" lIns="508" tIns="508" rIns="508" bIns="508" rtlCol="0" anchor="ctr"/>
            <a:lstStyle/>
            <a:p>
              <a:pPr marL="0" indent="0" algn="ctr">
                <a:buNone/>
              </a:pPr>
              <a:r>
                <a:rPr lang="en-US" sz="1600" b="1" dirty="0">
                  <a:solidFill>
                    <a:srgbClr val="FFFFFF"/>
                  </a:solidFill>
                </a:rPr>
                <a:t>3</a:t>
              </a:r>
              <a:endParaRPr lang="en-US" sz="1600" dirty="0"/>
            </a:p>
          </p:txBody>
        </p:sp>
        <p:sp>
          <p:nvSpPr>
            <p:cNvPr id="13" name="Text 11"/>
            <p:cNvSpPr/>
            <p:nvPr/>
          </p:nvSpPr>
          <p:spPr>
            <a:xfrm>
              <a:off x="5760720" y="2715768"/>
              <a:ext cx="1463040" cy="658368"/>
            </a:xfrm>
            <a:prstGeom prst="rect">
              <a:avLst/>
            </a:prstGeom>
            <a:noFill/>
            <a:ln/>
          </p:spPr>
          <p:txBody>
            <a:bodyPr wrap="square" lIns="254" tIns="254" rIns="254" bIns="254" rtlCol="0" anchor="ctr">
              <a:normAutofit/>
            </a:bodyPr>
            <a:lstStyle/>
            <a:p>
              <a:pPr marL="0" indent="0">
                <a:buNone/>
              </a:pPr>
              <a:r>
                <a:rPr lang="en-US" sz="1700" dirty="0">
                  <a:solidFill>
                    <a:srgbClr val="1E293B"/>
                  </a:solidFill>
                  <a:latin typeface="Aptos" pitchFamily="34" charset="0"/>
                  <a:ea typeface="Aptos" pitchFamily="34" charset="-122"/>
                  <a:cs typeface="Aptos" pitchFamily="34" charset="-120"/>
                </a:rPr>
                <a:t>Change one</a:t>
              </a:r>
              <a:endParaRPr lang="en-US" sz="1700" dirty="0"/>
            </a:p>
            <a:p>
              <a:pPr marL="0" indent="0">
                <a:buNone/>
              </a:pPr>
              <a:r>
                <a:rPr lang="en-US" sz="1700" dirty="0">
                  <a:solidFill>
                    <a:srgbClr val="1E293B"/>
                  </a:solidFill>
                  <a:latin typeface="Aptos" pitchFamily="34" charset="0"/>
                  <a:ea typeface="Aptos" pitchFamily="34" charset="-122"/>
                  <a:cs typeface="Aptos" pitchFamily="34" charset="-120"/>
                </a:rPr>
                <a:t>safe parameter</a:t>
              </a:r>
              <a:endParaRPr lang="en-US" sz="1700" dirty="0"/>
            </a:p>
          </p:txBody>
        </p:sp>
        <p:sp>
          <p:nvSpPr>
            <p:cNvPr id="14" name="Shape 12"/>
            <p:cNvSpPr/>
            <p:nvPr/>
          </p:nvSpPr>
          <p:spPr>
            <a:xfrm>
              <a:off x="7114032" y="2971800"/>
              <a:ext cx="256032" cy="0"/>
            </a:xfrm>
            <a:prstGeom prst="line">
              <a:avLst/>
            </a:prstGeom>
            <a:noFill/>
            <a:ln w="15240">
              <a:solidFill>
                <a:srgbClr val="CBD5E1"/>
              </a:solidFill>
              <a:prstDash val="solid"/>
              <a:headEnd type="none"/>
              <a:tailEnd type="triangle"/>
            </a:ln>
          </p:spPr>
          <p:txBody>
            <a:bodyPr/>
            <a:lstStyle/>
            <a:p>
              <a:endParaRPr lang="en-US"/>
            </a:p>
          </p:txBody>
        </p:sp>
      </p:grpSp>
      <p:grpSp>
        <p:nvGrpSpPr>
          <p:cNvPr id="27" name="Group 26">
            <a:extLst>
              <a:ext uri="{FF2B5EF4-FFF2-40B4-BE49-F238E27FC236}">
                <a16:creationId xmlns:a16="http://schemas.microsoft.com/office/drawing/2014/main" id="{F956392C-AA73-1615-3C7F-AECAF4B57886}"/>
              </a:ext>
            </a:extLst>
          </p:cNvPr>
          <p:cNvGrpSpPr/>
          <p:nvPr/>
        </p:nvGrpSpPr>
        <p:grpSpPr>
          <a:xfrm>
            <a:off x="7406640" y="3154859"/>
            <a:ext cx="2112264" cy="658368"/>
            <a:chOff x="7498080" y="2715768"/>
            <a:chExt cx="2112264" cy="658368"/>
          </a:xfrm>
        </p:grpSpPr>
        <p:sp>
          <p:nvSpPr>
            <p:cNvPr id="15" name="Text 13"/>
            <p:cNvSpPr/>
            <p:nvPr/>
          </p:nvSpPr>
          <p:spPr>
            <a:xfrm>
              <a:off x="7498080" y="2743200"/>
              <a:ext cx="420624" cy="420624"/>
            </a:xfrm>
            <a:prstGeom prst="rect">
              <a:avLst/>
            </a:prstGeom>
            <a:solidFill>
              <a:srgbClr val="1C7C7D"/>
            </a:solidFill>
            <a:ln/>
          </p:spPr>
          <p:txBody>
            <a:bodyPr wrap="square" lIns="508" tIns="508" rIns="508" bIns="508" rtlCol="0" anchor="ctr"/>
            <a:lstStyle/>
            <a:p>
              <a:pPr marL="0" indent="0" algn="ctr">
                <a:buNone/>
              </a:pPr>
              <a:r>
                <a:rPr lang="en-US" sz="1600" b="1" dirty="0">
                  <a:solidFill>
                    <a:srgbClr val="FFFFFF"/>
                  </a:solidFill>
                </a:rPr>
                <a:t>4</a:t>
              </a:r>
              <a:endParaRPr lang="en-US" sz="1600" dirty="0"/>
            </a:p>
          </p:txBody>
        </p:sp>
        <p:sp>
          <p:nvSpPr>
            <p:cNvPr id="16" name="Text 14"/>
            <p:cNvSpPr/>
            <p:nvPr/>
          </p:nvSpPr>
          <p:spPr>
            <a:xfrm>
              <a:off x="8001000" y="2715768"/>
              <a:ext cx="1463040" cy="658368"/>
            </a:xfrm>
            <a:prstGeom prst="rect">
              <a:avLst/>
            </a:prstGeom>
            <a:noFill/>
            <a:ln/>
          </p:spPr>
          <p:txBody>
            <a:bodyPr wrap="square" lIns="254" tIns="254" rIns="254" bIns="254" rtlCol="0" anchor="ctr">
              <a:normAutofit/>
            </a:bodyPr>
            <a:lstStyle/>
            <a:p>
              <a:pPr marL="0" indent="0">
                <a:buNone/>
              </a:pPr>
              <a:r>
                <a:rPr lang="en-US" sz="1700" dirty="0">
                  <a:solidFill>
                    <a:srgbClr val="1E293B"/>
                  </a:solidFill>
                  <a:latin typeface="Aptos" pitchFamily="34" charset="0"/>
                  <a:ea typeface="Aptos" pitchFamily="34" charset="-122"/>
                  <a:cs typeface="Aptos" pitchFamily="34" charset="-120"/>
                </a:rPr>
                <a:t>Interpret</a:t>
              </a:r>
              <a:endParaRPr lang="en-US" sz="1700" dirty="0"/>
            </a:p>
            <a:p>
              <a:pPr marL="0" indent="0">
                <a:buNone/>
              </a:pPr>
              <a:r>
                <a:rPr lang="en-US" sz="1700" dirty="0">
                  <a:solidFill>
                    <a:srgbClr val="1E293B"/>
                  </a:solidFill>
                  <a:latin typeface="Aptos" pitchFamily="34" charset="0"/>
                  <a:ea typeface="Aptos" pitchFamily="34" charset="-122"/>
                  <a:cs typeface="Aptos" pitchFamily="34" charset="-120"/>
                </a:rPr>
                <a:t>the output</a:t>
              </a:r>
              <a:endParaRPr lang="en-US" sz="1700" dirty="0"/>
            </a:p>
          </p:txBody>
        </p:sp>
        <p:sp>
          <p:nvSpPr>
            <p:cNvPr id="17" name="Shape 15"/>
            <p:cNvSpPr/>
            <p:nvPr/>
          </p:nvSpPr>
          <p:spPr>
            <a:xfrm>
              <a:off x="9354312" y="2971800"/>
              <a:ext cx="256032" cy="0"/>
            </a:xfrm>
            <a:prstGeom prst="line">
              <a:avLst/>
            </a:prstGeom>
            <a:noFill/>
            <a:ln w="15240">
              <a:solidFill>
                <a:srgbClr val="CBD5E1"/>
              </a:solidFill>
              <a:prstDash val="solid"/>
              <a:headEnd type="none"/>
              <a:tailEnd type="triangle"/>
            </a:ln>
          </p:spPr>
          <p:txBody>
            <a:bodyPr/>
            <a:lstStyle/>
            <a:p>
              <a:endParaRPr lang="en-US"/>
            </a:p>
          </p:txBody>
        </p:sp>
      </p:grpSp>
      <p:grpSp>
        <p:nvGrpSpPr>
          <p:cNvPr id="28" name="Group 27">
            <a:extLst>
              <a:ext uri="{FF2B5EF4-FFF2-40B4-BE49-F238E27FC236}">
                <a16:creationId xmlns:a16="http://schemas.microsoft.com/office/drawing/2014/main" id="{86620C1B-1D90-E075-0B03-C1A7D9F0AB51}"/>
              </a:ext>
            </a:extLst>
          </p:cNvPr>
          <p:cNvGrpSpPr/>
          <p:nvPr/>
        </p:nvGrpSpPr>
        <p:grpSpPr>
          <a:xfrm>
            <a:off x="9646920" y="3154859"/>
            <a:ext cx="1965960" cy="658368"/>
            <a:chOff x="9738360" y="2715768"/>
            <a:chExt cx="1965960" cy="658368"/>
          </a:xfrm>
        </p:grpSpPr>
        <p:sp>
          <p:nvSpPr>
            <p:cNvPr id="18" name="Text 16"/>
            <p:cNvSpPr/>
            <p:nvPr/>
          </p:nvSpPr>
          <p:spPr>
            <a:xfrm>
              <a:off x="9738360" y="2743200"/>
              <a:ext cx="420624" cy="420624"/>
            </a:xfrm>
            <a:prstGeom prst="rect">
              <a:avLst/>
            </a:prstGeom>
            <a:solidFill>
              <a:srgbClr val="1C7C7D"/>
            </a:solidFill>
            <a:ln/>
          </p:spPr>
          <p:txBody>
            <a:bodyPr wrap="square" lIns="508" tIns="508" rIns="508" bIns="508" rtlCol="0" anchor="ctr"/>
            <a:lstStyle/>
            <a:p>
              <a:pPr marL="0" indent="0" algn="ctr">
                <a:buNone/>
              </a:pPr>
              <a:r>
                <a:rPr lang="en-US" sz="1600" b="1" dirty="0">
                  <a:solidFill>
                    <a:srgbClr val="FFFFFF"/>
                  </a:solidFill>
                </a:rPr>
                <a:t>5</a:t>
              </a:r>
              <a:endParaRPr lang="en-US" sz="1600" dirty="0"/>
            </a:p>
          </p:txBody>
        </p:sp>
        <p:sp>
          <p:nvSpPr>
            <p:cNvPr id="19" name="Text 17"/>
            <p:cNvSpPr/>
            <p:nvPr/>
          </p:nvSpPr>
          <p:spPr>
            <a:xfrm>
              <a:off x="10241280" y="2715768"/>
              <a:ext cx="1463040" cy="658368"/>
            </a:xfrm>
            <a:prstGeom prst="rect">
              <a:avLst/>
            </a:prstGeom>
            <a:noFill/>
            <a:ln/>
          </p:spPr>
          <p:txBody>
            <a:bodyPr wrap="square" lIns="254" tIns="254" rIns="254" bIns="254" rtlCol="0" anchor="ctr">
              <a:normAutofit/>
            </a:bodyPr>
            <a:lstStyle/>
            <a:p>
              <a:pPr marL="0" indent="0">
                <a:buNone/>
              </a:pPr>
              <a:r>
                <a:rPr lang="en-US" sz="1700" dirty="0">
                  <a:solidFill>
                    <a:srgbClr val="1E293B"/>
                  </a:solidFill>
                  <a:latin typeface="Aptos" pitchFamily="34" charset="0"/>
                  <a:ea typeface="Aptos" pitchFamily="34" charset="-122"/>
                  <a:cs typeface="Aptos" pitchFamily="34" charset="-120"/>
                </a:rPr>
                <a:t>Export</a:t>
              </a:r>
              <a:endParaRPr lang="en-US" sz="1700" dirty="0"/>
            </a:p>
            <a:p>
              <a:pPr marL="0" indent="0">
                <a:buNone/>
              </a:pPr>
              <a:r>
                <a:rPr lang="en-US" sz="1700" dirty="0">
                  <a:solidFill>
                    <a:srgbClr val="1E293B"/>
                  </a:solidFill>
                  <a:latin typeface="Aptos" pitchFamily="34" charset="0"/>
                  <a:ea typeface="Aptos" pitchFamily="34" charset="-122"/>
                  <a:cs typeface="Aptos" pitchFamily="34" charset="-120"/>
                </a:rPr>
                <a:t>and report</a:t>
              </a:r>
              <a:endParaRPr lang="en-US" sz="1700" dirty="0"/>
            </a:p>
          </p:txBody>
        </p:sp>
      </p:grpSp>
      <p:sp>
        <p:nvSpPr>
          <p:cNvPr id="20" name="Text 18"/>
          <p:cNvSpPr/>
          <p:nvPr/>
        </p:nvSpPr>
        <p:spPr>
          <a:xfrm>
            <a:off x="1461248" y="4464424"/>
            <a:ext cx="8958014" cy="1129552"/>
          </a:xfrm>
          <a:prstGeom prst="rect">
            <a:avLst/>
          </a:prstGeom>
          <a:solidFill>
            <a:srgbClr val="FFF8E8"/>
          </a:solidFill>
          <a:ln w="15240">
            <a:solidFill>
              <a:srgbClr val="D99A2B"/>
            </a:solidFill>
          </a:ln>
        </p:spPr>
        <p:txBody>
          <a:bodyPr wrap="square" lIns="1778" tIns="1778" rIns="1778" bIns="1778" rtlCol="0" anchor="ctr">
            <a:noAutofit/>
          </a:bodyPr>
          <a:lstStyle/>
          <a:p>
            <a:pPr marL="216000" indent="0">
              <a:buNone/>
            </a:pPr>
            <a:r>
              <a:rPr lang="en-US" sz="2800" b="1" dirty="0">
                <a:solidFill>
                  <a:srgbClr val="1E293B"/>
                </a:solidFill>
                <a:latin typeface="Aptos" pitchFamily="34" charset="0"/>
                <a:ea typeface="Aptos" pitchFamily="34" charset="-122"/>
                <a:cs typeface="Aptos" pitchFamily="34" charset="-120"/>
              </a:rPr>
              <a:t>Rule for today</a:t>
            </a:r>
            <a:r>
              <a:rPr lang="en-US" sz="2800" dirty="0">
                <a:solidFill>
                  <a:srgbClr val="1E293B"/>
                </a:solidFill>
                <a:latin typeface="Aptos" pitchFamily="34" charset="0"/>
                <a:ea typeface="Aptos" pitchFamily="34" charset="-122"/>
                <a:cs typeface="Aptos" pitchFamily="34" charset="-120"/>
              </a:rPr>
              <a:t>: do not ask “what code should I write?” </a:t>
            </a:r>
          </a:p>
          <a:p>
            <a:pPr marL="216000" indent="0">
              <a:buNone/>
            </a:pPr>
            <a:r>
              <a:rPr lang="en-US" sz="2800" dirty="0">
                <a:solidFill>
                  <a:srgbClr val="1E293B"/>
                </a:solidFill>
                <a:latin typeface="Aptos" pitchFamily="34" charset="0"/>
                <a:ea typeface="Aptos" pitchFamily="34" charset="-122"/>
                <a:cs typeface="Aptos" pitchFamily="34" charset="-120"/>
              </a:rPr>
              <a:t>Ask “what does this output let me conclude?”</a:t>
            </a:r>
            <a:endParaRPr lang="en-US" sz="2800" dirty="0"/>
          </a:p>
        </p:txBody>
      </p:sp>
      <p:sp>
        <p:nvSpPr>
          <p:cNvPr id="21" name="Shape 19"/>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22" name="Text 20"/>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Opening and workflow</a:t>
            </a:r>
            <a:endParaRPr lang="en-US" sz="750" dirty="0"/>
          </a:p>
        </p:txBody>
      </p:sp>
      <p:sp>
        <p:nvSpPr>
          <p:cNvPr id="23" name="TextBox 22"/>
          <p:cNvSpPr txBox="1"/>
          <p:nvPr/>
        </p:nvSpPr>
        <p:spPr>
          <a:xfrm>
            <a:off x="11064240" y="6556248"/>
            <a:ext cx="502920" cy="182880"/>
          </a:xfrm>
          <a:prstGeom prst="rect">
            <a:avLst/>
          </a:prstGeom>
          <a:noFill/>
        </p:spPr>
        <p:txBody>
          <a:bodyPr wrap="none">
            <a:spAutoFit/>
          </a:bodyPr>
          <a:lstStyle/>
          <a:p>
            <a:pPr algn="r"/>
            <a:fld id="{C56F0F08-E70D-4D2F-8692-7992F38735D0}" type="slidenum">
              <a:rPr lang="en-US" sz="700">
                <a:solidFill>
                  <a:srgbClr val="6E7B86"/>
                </a:solidFill>
              </a:rPr>
              <a:t>2</a:t>
            </a:fld>
            <a:endParaRPr lang="en-US" sz="700">
              <a:solidFill>
                <a:srgbClr val="6E7B8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500"/>
                                  </p:stCondLst>
                                  <p:childTnLst>
                                    <p:set>
                                      <p:cBhvr>
                                        <p:cTn id="9" dur="1" fill="hold">
                                          <p:stCondLst>
                                            <p:cond delay="0"/>
                                          </p:stCondLst>
                                        </p:cTn>
                                        <p:tgtEl>
                                          <p:spTgt spid="25"/>
                                        </p:tgtEl>
                                        <p:attrNameLst>
                                          <p:attrName>style.visibility</p:attrName>
                                        </p:attrNameLst>
                                      </p:cBhvr>
                                      <p:to>
                                        <p:strVal val="visible"/>
                                      </p:to>
                                    </p:set>
                                  </p:childTnLst>
                                </p:cTn>
                              </p:par>
                            </p:childTnLst>
                          </p:cTn>
                        </p:par>
                        <p:par>
                          <p:cTn id="10" fill="hold">
                            <p:stCondLst>
                              <p:cond delay="1500"/>
                            </p:stCondLst>
                            <p:childTnLst>
                              <p:par>
                                <p:cTn id="11" presetID="1" presetClass="entr" presetSubtype="0" fill="hold" nodeType="afterEffect">
                                  <p:stCondLst>
                                    <p:cond delay="1500"/>
                                  </p:stCondLst>
                                  <p:childTnLst>
                                    <p:set>
                                      <p:cBhvr>
                                        <p:cTn id="12" dur="1" fill="hold">
                                          <p:stCondLst>
                                            <p:cond delay="0"/>
                                          </p:stCondLst>
                                        </p:cTn>
                                        <p:tgtEl>
                                          <p:spTgt spid="26"/>
                                        </p:tgtEl>
                                        <p:attrNameLst>
                                          <p:attrName>style.visibility</p:attrName>
                                        </p:attrNameLst>
                                      </p:cBhvr>
                                      <p:to>
                                        <p:strVal val="visible"/>
                                      </p:to>
                                    </p:set>
                                  </p:childTnLst>
                                </p:cTn>
                              </p:par>
                            </p:childTnLst>
                          </p:cTn>
                        </p:par>
                        <p:par>
                          <p:cTn id="13" fill="hold">
                            <p:stCondLst>
                              <p:cond delay="3000"/>
                            </p:stCondLst>
                            <p:childTnLst>
                              <p:par>
                                <p:cTn id="14" presetID="1" presetClass="entr" presetSubtype="0" fill="hold" nodeType="afterEffect">
                                  <p:stCondLst>
                                    <p:cond delay="1500"/>
                                  </p:stCondLst>
                                  <p:childTnLst>
                                    <p:set>
                                      <p:cBhvr>
                                        <p:cTn id="15" dur="1" fill="hold">
                                          <p:stCondLst>
                                            <p:cond delay="0"/>
                                          </p:stCondLst>
                                        </p:cTn>
                                        <p:tgtEl>
                                          <p:spTgt spid="27"/>
                                        </p:tgtEl>
                                        <p:attrNameLst>
                                          <p:attrName>style.visibility</p:attrName>
                                        </p:attrNameLst>
                                      </p:cBhvr>
                                      <p:to>
                                        <p:strVal val="visible"/>
                                      </p:to>
                                    </p:set>
                                  </p:childTnLst>
                                </p:cTn>
                              </p:par>
                            </p:childTnLst>
                          </p:cTn>
                        </p:par>
                        <p:par>
                          <p:cTn id="16" fill="hold">
                            <p:stCondLst>
                              <p:cond delay="4500"/>
                            </p:stCondLst>
                            <p:childTnLst>
                              <p:par>
                                <p:cTn id="17" presetID="1" presetClass="entr" presetSubtype="0" fill="hold" nodeType="afterEffect">
                                  <p:stCondLst>
                                    <p:cond delay="1500"/>
                                  </p:stCondLst>
                                  <p:childTnLst>
                                    <p:set>
                                      <p:cBhvr>
                                        <p:cTn id="18" dur="1" fill="hold">
                                          <p:stCondLst>
                                            <p:cond delay="0"/>
                                          </p:stCondLst>
                                        </p:cTn>
                                        <p:tgtEl>
                                          <p:spTgt spid="28"/>
                                        </p:tgtEl>
                                        <p:attrNameLst>
                                          <p:attrName>style.visibility</p:attrName>
                                        </p:attrNameLst>
                                      </p:cBhvr>
                                      <p:to>
                                        <p:strVal val="visible"/>
                                      </p:to>
                                    </p:set>
                                  </p:childTnLst>
                                </p:cTn>
                              </p:par>
                            </p:childTnLst>
                          </p:cTn>
                        </p:par>
                        <p:par>
                          <p:cTn id="19" fill="hold">
                            <p:stCondLst>
                              <p:cond delay="6000"/>
                            </p:stCondLst>
                            <p:childTnLst>
                              <p:par>
                                <p:cTn id="20" presetID="1" presetClass="entr" presetSubtype="0" fill="hold" grpId="0" nodeType="afterEffect">
                                  <p:stCondLst>
                                    <p:cond delay="1000"/>
                                  </p:stCondLst>
                                  <p:childTnLst>
                                    <p:set>
                                      <p:cBhvr>
                                        <p:cTn id="21"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16:00–20:00</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Four-hour roadmap</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841248" y="1417320"/>
            <a:ext cx="1874520" cy="402336"/>
          </a:xfrm>
          <a:prstGeom prst="rect">
            <a:avLst/>
          </a:prstGeom>
          <a:noFill/>
          <a:ln/>
        </p:spPr>
        <p:txBody>
          <a:bodyPr wrap="square" lIns="254" tIns="254" rIns="254" bIns="254" rtlCol="0" anchor="ctr"/>
          <a:lstStyle/>
          <a:p>
            <a:pPr marL="0" indent="0" algn="r">
              <a:buNone/>
            </a:pPr>
            <a:r>
              <a:rPr lang="en-US" sz="2400" b="1" dirty="0">
                <a:solidFill>
                  <a:srgbClr val="1F4E79"/>
                </a:solidFill>
              </a:rPr>
              <a:t>16:00–16:50</a:t>
            </a:r>
            <a:endParaRPr lang="en-US" sz="2400" dirty="0"/>
          </a:p>
        </p:txBody>
      </p:sp>
      <p:sp>
        <p:nvSpPr>
          <p:cNvPr id="6" name="Text 4"/>
          <p:cNvSpPr/>
          <p:nvPr/>
        </p:nvSpPr>
        <p:spPr>
          <a:xfrm>
            <a:off x="2999232" y="1325880"/>
            <a:ext cx="8001000" cy="603504"/>
          </a:xfrm>
          <a:prstGeom prst="rect">
            <a:avLst/>
          </a:prstGeom>
          <a:solidFill>
            <a:srgbClr val="FFFFFF"/>
          </a:solidFill>
          <a:ln w="10160">
            <a:solidFill>
              <a:srgbClr val="CBD5E1"/>
            </a:solidFill>
          </a:ln>
        </p:spPr>
        <p:txBody>
          <a:bodyPr wrap="square" lIns="1524" tIns="1524" rIns="1524" bIns="1524" rtlCol="0" anchor="ctr">
            <a:normAutofit/>
          </a:bodyPr>
          <a:lstStyle/>
          <a:p>
            <a:pPr marL="0" indent="0">
              <a:buNone/>
            </a:pPr>
            <a:r>
              <a:rPr lang="en-US" sz="2800" dirty="0">
                <a:solidFill>
                  <a:srgbClr val="1E293B"/>
                </a:solidFill>
              </a:rPr>
              <a:t>From ordinary statistics to circular data</a:t>
            </a:r>
            <a:endParaRPr lang="en-US" sz="2800" dirty="0"/>
          </a:p>
        </p:txBody>
      </p:sp>
      <p:sp>
        <p:nvSpPr>
          <p:cNvPr id="7" name="Text 5"/>
          <p:cNvSpPr/>
          <p:nvPr/>
        </p:nvSpPr>
        <p:spPr>
          <a:xfrm>
            <a:off x="841248" y="2258568"/>
            <a:ext cx="1874520" cy="402336"/>
          </a:xfrm>
          <a:prstGeom prst="rect">
            <a:avLst/>
          </a:prstGeom>
          <a:noFill/>
          <a:ln/>
        </p:spPr>
        <p:txBody>
          <a:bodyPr wrap="square" lIns="254" tIns="254" rIns="254" bIns="254" rtlCol="0" anchor="ctr"/>
          <a:lstStyle/>
          <a:p>
            <a:pPr marL="0" indent="0" algn="r">
              <a:buNone/>
            </a:pPr>
            <a:r>
              <a:rPr lang="en-US" sz="2400" b="1" dirty="0">
                <a:solidFill>
                  <a:srgbClr val="1F4E79"/>
                </a:solidFill>
              </a:rPr>
              <a:t>16:50–17:50</a:t>
            </a:r>
            <a:endParaRPr lang="en-US" sz="2400" dirty="0"/>
          </a:p>
        </p:txBody>
      </p:sp>
      <p:sp>
        <p:nvSpPr>
          <p:cNvPr id="8" name="Text 6"/>
          <p:cNvSpPr/>
          <p:nvPr/>
        </p:nvSpPr>
        <p:spPr>
          <a:xfrm>
            <a:off x="2999232" y="2167128"/>
            <a:ext cx="8001000" cy="603504"/>
          </a:xfrm>
          <a:prstGeom prst="rect">
            <a:avLst/>
          </a:prstGeom>
          <a:solidFill>
            <a:srgbClr val="FFFFFF"/>
          </a:solidFill>
          <a:ln w="10160">
            <a:solidFill>
              <a:srgbClr val="CBD5E1"/>
            </a:solidFill>
          </a:ln>
        </p:spPr>
        <p:txBody>
          <a:bodyPr wrap="square" lIns="1524" tIns="1524" rIns="1524" bIns="1524" rtlCol="0" anchor="ctr">
            <a:normAutofit/>
          </a:bodyPr>
          <a:lstStyle/>
          <a:p>
            <a:pPr marL="0" indent="0">
              <a:buNone/>
            </a:pPr>
            <a:r>
              <a:rPr lang="en-US" sz="2800" dirty="0">
                <a:solidFill>
                  <a:srgbClr val="1E293B"/>
                </a:solidFill>
              </a:rPr>
              <a:t>Circular description and inference in R</a:t>
            </a:r>
            <a:endParaRPr lang="en-US" sz="2800" dirty="0"/>
          </a:p>
        </p:txBody>
      </p:sp>
      <p:sp>
        <p:nvSpPr>
          <p:cNvPr id="9" name="Text 7"/>
          <p:cNvSpPr/>
          <p:nvPr/>
        </p:nvSpPr>
        <p:spPr>
          <a:xfrm>
            <a:off x="841248" y="3099816"/>
            <a:ext cx="1874520" cy="402336"/>
          </a:xfrm>
          <a:prstGeom prst="rect">
            <a:avLst/>
          </a:prstGeom>
          <a:noFill/>
          <a:ln/>
        </p:spPr>
        <p:txBody>
          <a:bodyPr wrap="square" lIns="254" tIns="254" rIns="254" bIns="254" rtlCol="0" anchor="ctr"/>
          <a:lstStyle/>
          <a:p>
            <a:pPr marL="0" indent="0" algn="r">
              <a:buNone/>
            </a:pPr>
            <a:r>
              <a:rPr lang="en-US" sz="2400" b="1" dirty="0">
                <a:solidFill>
                  <a:srgbClr val="1F4E79"/>
                </a:solidFill>
              </a:rPr>
              <a:t>17:50–18:10</a:t>
            </a:r>
            <a:endParaRPr lang="en-US" sz="2400" dirty="0"/>
          </a:p>
        </p:txBody>
      </p:sp>
      <p:sp>
        <p:nvSpPr>
          <p:cNvPr id="10" name="Text 8"/>
          <p:cNvSpPr/>
          <p:nvPr/>
        </p:nvSpPr>
        <p:spPr>
          <a:xfrm>
            <a:off x="2999232" y="3008376"/>
            <a:ext cx="8001000" cy="603504"/>
          </a:xfrm>
          <a:prstGeom prst="rect">
            <a:avLst/>
          </a:prstGeom>
          <a:solidFill>
            <a:srgbClr val="FFF8E8"/>
          </a:solidFill>
          <a:ln w="10160">
            <a:solidFill>
              <a:srgbClr val="D99A2B"/>
            </a:solidFill>
          </a:ln>
        </p:spPr>
        <p:txBody>
          <a:bodyPr wrap="square" lIns="1524" tIns="1524" rIns="1524" bIns="1524" rtlCol="0" anchor="ctr">
            <a:normAutofit/>
          </a:bodyPr>
          <a:lstStyle/>
          <a:p>
            <a:pPr marL="0" indent="0">
              <a:buNone/>
            </a:pPr>
            <a:r>
              <a:rPr lang="en-US" sz="2800" dirty="0">
                <a:solidFill>
                  <a:srgbClr val="1E293B"/>
                </a:solidFill>
              </a:rPr>
              <a:t>Break</a:t>
            </a:r>
            <a:endParaRPr lang="en-US" sz="2800" dirty="0"/>
          </a:p>
        </p:txBody>
      </p:sp>
      <p:sp>
        <p:nvSpPr>
          <p:cNvPr id="11" name="Text 9"/>
          <p:cNvSpPr/>
          <p:nvPr/>
        </p:nvSpPr>
        <p:spPr>
          <a:xfrm>
            <a:off x="841248" y="3941064"/>
            <a:ext cx="1874520" cy="402336"/>
          </a:xfrm>
          <a:prstGeom prst="rect">
            <a:avLst/>
          </a:prstGeom>
          <a:noFill/>
          <a:ln/>
        </p:spPr>
        <p:txBody>
          <a:bodyPr wrap="square" lIns="254" tIns="254" rIns="254" bIns="254" rtlCol="0" anchor="ctr"/>
          <a:lstStyle/>
          <a:p>
            <a:pPr marL="0" indent="0" algn="r">
              <a:buNone/>
            </a:pPr>
            <a:r>
              <a:rPr lang="en-US" sz="2400" b="1" dirty="0">
                <a:solidFill>
                  <a:srgbClr val="1F4E79"/>
                </a:solidFill>
              </a:rPr>
              <a:t>18:10–19:15</a:t>
            </a:r>
            <a:endParaRPr lang="en-US" sz="2400" dirty="0"/>
          </a:p>
        </p:txBody>
      </p:sp>
      <p:sp>
        <p:nvSpPr>
          <p:cNvPr id="12" name="Text 10"/>
          <p:cNvSpPr/>
          <p:nvPr/>
        </p:nvSpPr>
        <p:spPr>
          <a:xfrm>
            <a:off x="2999232" y="3849624"/>
            <a:ext cx="8001000" cy="603504"/>
          </a:xfrm>
          <a:prstGeom prst="rect">
            <a:avLst/>
          </a:prstGeom>
          <a:solidFill>
            <a:srgbClr val="FFFFFF"/>
          </a:solidFill>
          <a:ln w="10160">
            <a:solidFill>
              <a:srgbClr val="CBD5E1"/>
            </a:solidFill>
          </a:ln>
        </p:spPr>
        <p:txBody>
          <a:bodyPr wrap="square" lIns="1524" tIns="1524" rIns="1524" bIns="1524" rtlCol="0" anchor="ctr">
            <a:normAutofit/>
          </a:bodyPr>
          <a:lstStyle/>
          <a:p>
            <a:pPr marL="0" indent="0">
              <a:buNone/>
            </a:pPr>
            <a:r>
              <a:rPr lang="en-US" sz="2800" dirty="0">
                <a:solidFill>
                  <a:srgbClr val="1E293B"/>
                </a:solidFill>
              </a:rPr>
              <a:t>Measurement uncertainty and curvigrams</a:t>
            </a:r>
            <a:endParaRPr lang="en-US" sz="2800" dirty="0"/>
          </a:p>
        </p:txBody>
      </p:sp>
      <p:sp>
        <p:nvSpPr>
          <p:cNvPr id="13" name="Text 11"/>
          <p:cNvSpPr/>
          <p:nvPr/>
        </p:nvSpPr>
        <p:spPr>
          <a:xfrm>
            <a:off x="841248" y="4782312"/>
            <a:ext cx="1874520" cy="402336"/>
          </a:xfrm>
          <a:prstGeom prst="rect">
            <a:avLst/>
          </a:prstGeom>
          <a:noFill/>
          <a:ln/>
        </p:spPr>
        <p:txBody>
          <a:bodyPr wrap="square" lIns="254" tIns="254" rIns="254" bIns="254" rtlCol="0" anchor="ctr"/>
          <a:lstStyle/>
          <a:p>
            <a:pPr marL="0" indent="0" algn="r">
              <a:buNone/>
            </a:pPr>
            <a:r>
              <a:rPr lang="en-US" sz="2400" b="1" dirty="0">
                <a:solidFill>
                  <a:srgbClr val="1F4E79"/>
                </a:solidFill>
              </a:rPr>
              <a:t>19:15–20:00</a:t>
            </a:r>
            <a:endParaRPr lang="en-US" sz="2400" dirty="0"/>
          </a:p>
        </p:txBody>
      </p:sp>
      <p:sp>
        <p:nvSpPr>
          <p:cNvPr id="14" name="Text 12"/>
          <p:cNvSpPr/>
          <p:nvPr/>
        </p:nvSpPr>
        <p:spPr>
          <a:xfrm>
            <a:off x="2999232" y="4690872"/>
            <a:ext cx="8001000" cy="603504"/>
          </a:xfrm>
          <a:prstGeom prst="rect">
            <a:avLst/>
          </a:prstGeom>
          <a:solidFill>
            <a:srgbClr val="FFFFFF"/>
          </a:solidFill>
          <a:ln w="10160">
            <a:solidFill>
              <a:srgbClr val="CBD5E1"/>
            </a:solidFill>
          </a:ln>
        </p:spPr>
        <p:txBody>
          <a:bodyPr wrap="square" lIns="1524" tIns="1524" rIns="1524" bIns="1524" rtlCol="0" anchor="ctr">
            <a:normAutofit/>
          </a:bodyPr>
          <a:lstStyle/>
          <a:p>
            <a:pPr marL="0" indent="0">
              <a:buNone/>
            </a:pPr>
            <a:r>
              <a:rPr lang="en-US" sz="2800" dirty="0">
                <a:solidFill>
                  <a:srgbClr val="1E293B"/>
                </a:solidFill>
              </a:rPr>
              <a:t>Robustness, AI assistance and Curvigram Explorer</a:t>
            </a:r>
            <a:endParaRPr lang="en-US" sz="2800" dirty="0"/>
          </a:p>
        </p:txBody>
      </p:sp>
      <p:sp>
        <p:nvSpPr>
          <p:cNvPr id="15" name="Text 13"/>
          <p:cNvSpPr/>
          <p:nvPr/>
        </p:nvSpPr>
        <p:spPr>
          <a:xfrm>
            <a:off x="1005840" y="5806440"/>
            <a:ext cx="10149840" cy="438912"/>
          </a:xfrm>
          <a:prstGeom prst="rect">
            <a:avLst/>
          </a:prstGeom>
          <a:solidFill>
            <a:srgbClr val="EFF6FF"/>
          </a:solidFill>
          <a:ln w="15240">
            <a:solidFill>
              <a:srgbClr val="1C7C7D"/>
            </a:solidFill>
          </a:ln>
        </p:spPr>
        <p:txBody>
          <a:bodyPr wrap="square" lIns="1778" tIns="1778" rIns="1778" bIns="1778" rtlCol="0" anchor="ctr">
            <a:normAutofit/>
          </a:bodyPr>
          <a:lstStyle/>
          <a:p>
            <a:pPr marL="0" indent="0" algn="ctr">
              <a:buNone/>
            </a:pPr>
            <a:r>
              <a:rPr lang="en-US" sz="2100" dirty="0">
                <a:solidFill>
                  <a:srgbClr val="1E293B"/>
                </a:solidFill>
                <a:latin typeface="Aptos" pitchFamily="34" charset="0"/>
                <a:ea typeface="Aptos" pitchFamily="34" charset="-122"/>
                <a:cs typeface="Aptos" pitchFamily="34" charset="-120"/>
              </a:rPr>
              <a:t>Core live work: Dataset 1 + Dataset 2. Dataset 3 is optional or take-home if time is tight.</a:t>
            </a:r>
            <a:endParaRPr lang="en-US" sz="2100" dirty="0"/>
          </a:p>
        </p:txBody>
      </p:sp>
      <p:sp>
        <p:nvSpPr>
          <p:cNvPr id="16" name="Shape 14"/>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7" name="Text 15"/>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Opening and workflow</a:t>
            </a:r>
            <a:endParaRPr lang="en-US" sz="750" dirty="0"/>
          </a:p>
        </p:txBody>
      </p:sp>
      <p:sp>
        <p:nvSpPr>
          <p:cNvPr id="18" name="TextBox 17"/>
          <p:cNvSpPr txBox="1"/>
          <p:nvPr/>
        </p:nvSpPr>
        <p:spPr>
          <a:xfrm>
            <a:off x="11064240" y="6556248"/>
            <a:ext cx="502920" cy="182880"/>
          </a:xfrm>
          <a:prstGeom prst="rect">
            <a:avLst/>
          </a:prstGeom>
          <a:noFill/>
        </p:spPr>
        <p:txBody>
          <a:bodyPr wrap="none">
            <a:spAutoFit/>
          </a:bodyPr>
          <a:lstStyle/>
          <a:p>
            <a:pPr algn="r"/>
            <a:fld id="{A553E2EE-FB9A-40B6-932D-3F1E045D7DE9}" type="slidenum">
              <a:rPr lang="en-US" sz="700">
                <a:solidFill>
                  <a:srgbClr val="6E7B86"/>
                </a:solidFill>
              </a:rPr>
              <a:t>3</a:t>
            </a:fld>
            <a:endParaRPr lang="en-US" sz="700">
              <a:solidFill>
                <a:srgbClr val="6E7B8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PRACTICAL SETUP</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RStudio: the only interface you need today</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777240" y="1389888"/>
            <a:ext cx="4572000" cy="320040"/>
          </a:xfrm>
          <a:prstGeom prst="rect">
            <a:avLst/>
          </a:prstGeom>
          <a:noFill/>
          <a:ln/>
        </p:spPr>
        <p:txBody>
          <a:bodyPr wrap="square" lIns="635" tIns="635" rIns="635" bIns="635" rtlCol="0" anchor="t">
            <a:normAutofit/>
          </a:bodyPr>
          <a:lstStyle/>
          <a:p>
            <a:pPr marL="0" indent="0" algn="l">
              <a:buNone/>
            </a:pPr>
            <a:r>
              <a:rPr lang="en-US" sz="2000" b="1" dirty="0">
                <a:solidFill>
                  <a:srgbClr val="17324D"/>
                </a:solidFill>
                <a:latin typeface="Aptos" pitchFamily="34" charset="0"/>
                <a:ea typeface="Aptos" pitchFamily="34" charset="-122"/>
                <a:cs typeface="Aptos" pitchFamily="34" charset="-120"/>
              </a:rPr>
              <a:t>Open the project file first:</a:t>
            </a:r>
            <a:endParaRPr lang="en-US" sz="2000" dirty="0"/>
          </a:p>
        </p:txBody>
      </p:sp>
      <p:sp>
        <p:nvSpPr>
          <p:cNvPr id="6" name="Text 4"/>
          <p:cNvSpPr/>
          <p:nvPr/>
        </p:nvSpPr>
        <p:spPr>
          <a:xfrm>
            <a:off x="777240" y="1783080"/>
            <a:ext cx="5318760" cy="502920"/>
          </a:xfrm>
          <a:prstGeom prst="rect">
            <a:avLst/>
          </a:prstGeom>
          <a:solidFill>
            <a:srgbClr val="F1F5F9"/>
          </a:solidFill>
          <a:ln w="10160">
            <a:solidFill>
              <a:srgbClr val="CBD5E1"/>
            </a:solidFill>
          </a:ln>
        </p:spPr>
        <p:txBody>
          <a:bodyPr wrap="square" lIns="1524" tIns="1524" rIns="1524" bIns="1524" rtlCol="0" anchor="ctr">
            <a:noAutofit/>
          </a:bodyPr>
          <a:lstStyle/>
          <a:p>
            <a:pPr marL="0" indent="0">
              <a:buNone/>
            </a:pPr>
            <a:r>
              <a:rPr lang="en-US" sz="2000" dirty="0">
                <a:solidFill>
                  <a:srgbClr val="0F172A"/>
                </a:solidFill>
                <a:latin typeface="Courier New" pitchFamily="34" charset="0"/>
                <a:ea typeface="Courier New" pitchFamily="34" charset="-122"/>
                <a:cs typeface="Courier New" pitchFamily="34" charset="-120"/>
              </a:rPr>
              <a:t>SEAC2026_Circular_Statistics.Rproj</a:t>
            </a:r>
            <a:endParaRPr lang="en-US" sz="2000" dirty="0"/>
          </a:p>
        </p:txBody>
      </p:sp>
      <p:grpSp>
        <p:nvGrpSpPr>
          <p:cNvPr id="21" name="Group 20">
            <a:extLst>
              <a:ext uri="{FF2B5EF4-FFF2-40B4-BE49-F238E27FC236}">
                <a16:creationId xmlns:a16="http://schemas.microsoft.com/office/drawing/2014/main" id="{5BAFA9ED-2075-30BE-59FD-10D77B835FAB}"/>
              </a:ext>
            </a:extLst>
          </p:cNvPr>
          <p:cNvGrpSpPr/>
          <p:nvPr/>
        </p:nvGrpSpPr>
        <p:grpSpPr>
          <a:xfrm>
            <a:off x="777240" y="3016264"/>
            <a:ext cx="5074920" cy="2442703"/>
            <a:chOff x="777240" y="2943113"/>
            <a:chExt cx="5074920" cy="2442703"/>
          </a:xfrm>
        </p:grpSpPr>
        <p:sp>
          <p:nvSpPr>
            <p:cNvPr id="7" name="Text 5"/>
            <p:cNvSpPr/>
            <p:nvPr/>
          </p:nvSpPr>
          <p:spPr>
            <a:xfrm>
              <a:off x="777240" y="2943113"/>
              <a:ext cx="1097280" cy="256032"/>
            </a:xfrm>
            <a:prstGeom prst="rect">
              <a:avLst/>
            </a:prstGeom>
            <a:noFill/>
            <a:ln/>
          </p:spPr>
          <p:txBody>
            <a:bodyPr wrap="square" lIns="0" tIns="0" rIns="0" bIns="0" rtlCol="0" anchor="ctr"/>
            <a:lstStyle/>
            <a:p>
              <a:pPr marL="0" indent="0">
                <a:buNone/>
              </a:pPr>
              <a:r>
                <a:rPr lang="en-US" sz="2400" b="1" dirty="0">
                  <a:solidFill>
                    <a:srgbClr val="1C7C7D"/>
                  </a:solidFill>
                </a:rPr>
                <a:t>Source</a:t>
              </a:r>
              <a:endParaRPr lang="en-US" sz="2400" dirty="0"/>
            </a:p>
          </p:txBody>
        </p:sp>
        <p:sp>
          <p:nvSpPr>
            <p:cNvPr id="8" name="Text 6"/>
            <p:cNvSpPr/>
            <p:nvPr/>
          </p:nvSpPr>
          <p:spPr>
            <a:xfrm>
              <a:off x="777240" y="3488436"/>
              <a:ext cx="2331720" cy="320040"/>
            </a:xfrm>
            <a:prstGeom prst="rect">
              <a:avLst/>
            </a:prstGeom>
            <a:noFill/>
            <a:ln/>
          </p:spPr>
          <p:txBody>
            <a:bodyPr wrap="square" lIns="0" tIns="0" rIns="0" bIns="0" rtlCol="0" anchor="ctr">
              <a:noAutofit/>
            </a:bodyPr>
            <a:lstStyle/>
            <a:p>
              <a:pPr marL="0" indent="0">
                <a:buNone/>
              </a:pPr>
              <a:r>
                <a:rPr lang="en-US" sz="2400" dirty="0">
                  <a:solidFill>
                    <a:srgbClr val="1E293B"/>
                  </a:solidFill>
                </a:rPr>
                <a:t>read and run scripts</a:t>
              </a:r>
              <a:endParaRPr lang="en-US" sz="2400" dirty="0"/>
            </a:p>
          </p:txBody>
        </p:sp>
        <p:sp>
          <p:nvSpPr>
            <p:cNvPr id="9" name="Text 7"/>
            <p:cNvSpPr/>
            <p:nvPr/>
          </p:nvSpPr>
          <p:spPr>
            <a:xfrm>
              <a:off x="3520439" y="2980854"/>
              <a:ext cx="1221889" cy="320040"/>
            </a:xfrm>
            <a:prstGeom prst="rect">
              <a:avLst/>
            </a:prstGeom>
            <a:noFill/>
            <a:ln/>
          </p:spPr>
          <p:txBody>
            <a:bodyPr wrap="square" lIns="0" tIns="0" rIns="0" bIns="0" rtlCol="0" anchor="ctr"/>
            <a:lstStyle/>
            <a:p>
              <a:pPr marL="0" indent="0">
                <a:buNone/>
              </a:pPr>
              <a:r>
                <a:rPr lang="en-US" sz="2400" b="1" dirty="0">
                  <a:solidFill>
                    <a:srgbClr val="1C7C7D"/>
                  </a:solidFill>
                </a:rPr>
                <a:t>Console</a:t>
              </a:r>
              <a:endParaRPr lang="en-US" sz="2400" dirty="0"/>
            </a:p>
          </p:txBody>
        </p:sp>
        <p:sp>
          <p:nvSpPr>
            <p:cNvPr id="10" name="Text 8"/>
            <p:cNvSpPr/>
            <p:nvPr/>
          </p:nvSpPr>
          <p:spPr>
            <a:xfrm>
              <a:off x="3520440" y="3488436"/>
              <a:ext cx="2331720" cy="320040"/>
            </a:xfrm>
            <a:prstGeom prst="rect">
              <a:avLst/>
            </a:prstGeom>
            <a:noFill/>
            <a:ln/>
          </p:spPr>
          <p:txBody>
            <a:bodyPr wrap="square" lIns="0" tIns="0" rIns="0" bIns="0" rtlCol="0" anchor="ctr">
              <a:noAutofit/>
            </a:bodyPr>
            <a:lstStyle/>
            <a:p>
              <a:pPr marL="0" indent="0">
                <a:buNone/>
              </a:pPr>
              <a:r>
                <a:rPr lang="en-US" sz="2400" dirty="0">
                  <a:solidFill>
                    <a:srgbClr val="1E293B"/>
                  </a:solidFill>
                </a:rPr>
                <a:t>results and errors</a:t>
              </a:r>
              <a:endParaRPr lang="en-US" sz="2400" dirty="0"/>
            </a:p>
          </p:txBody>
        </p:sp>
        <p:sp>
          <p:nvSpPr>
            <p:cNvPr id="11" name="Text 9"/>
            <p:cNvSpPr/>
            <p:nvPr/>
          </p:nvSpPr>
          <p:spPr>
            <a:xfrm>
              <a:off x="777240" y="4562856"/>
              <a:ext cx="1097280" cy="256032"/>
            </a:xfrm>
            <a:prstGeom prst="rect">
              <a:avLst/>
            </a:prstGeom>
            <a:noFill/>
            <a:ln/>
          </p:spPr>
          <p:txBody>
            <a:bodyPr wrap="square" lIns="0" tIns="0" rIns="0" bIns="0" rtlCol="0" anchor="ctr"/>
            <a:lstStyle/>
            <a:p>
              <a:pPr marL="0" indent="0">
                <a:buNone/>
              </a:pPr>
              <a:r>
                <a:rPr lang="en-US" sz="2400" b="1" dirty="0">
                  <a:solidFill>
                    <a:srgbClr val="1C7C7D"/>
                  </a:solidFill>
                </a:rPr>
                <a:t>Plots</a:t>
              </a:r>
              <a:endParaRPr lang="en-US" sz="2400" dirty="0"/>
            </a:p>
          </p:txBody>
        </p:sp>
        <p:sp>
          <p:nvSpPr>
            <p:cNvPr id="12" name="Text 10"/>
            <p:cNvSpPr/>
            <p:nvPr/>
          </p:nvSpPr>
          <p:spPr>
            <a:xfrm>
              <a:off x="777240" y="5065776"/>
              <a:ext cx="2331720" cy="320040"/>
            </a:xfrm>
            <a:prstGeom prst="rect">
              <a:avLst/>
            </a:prstGeom>
            <a:noFill/>
            <a:ln/>
          </p:spPr>
          <p:txBody>
            <a:bodyPr wrap="square" lIns="0" tIns="0" rIns="0" bIns="0" rtlCol="0" anchor="ctr">
              <a:noAutofit/>
            </a:bodyPr>
            <a:lstStyle/>
            <a:p>
              <a:pPr marL="0" indent="0">
                <a:buNone/>
              </a:pPr>
              <a:r>
                <a:rPr lang="en-US" sz="2400" dirty="0">
                  <a:solidFill>
                    <a:srgbClr val="1E293B"/>
                  </a:solidFill>
                </a:rPr>
                <a:t>graphs appear here</a:t>
              </a:r>
              <a:endParaRPr lang="en-US" sz="2400" dirty="0"/>
            </a:p>
          </p:txBody>
        </p:sp>
        <p:sp>
          <p:nvSpPr>
            <p:cNvPr id="13" name="Text 11"/>
            <p:cNvSpPr/>
            <p:nvPr/>
          </p:nvSpPr>
          <p:spPr>
            <a:xfrm>
              <a:off x="3520439" y="4562856"/>
              <a:ext cx="1097280" cy="256032"/>
            </a:xfrm>
            <a:prstGeom prst="rect">
              <a:avLst/>
            </a:prstGeom>
            <a:noFill/>
            <a:ln/>
          </p:spPr>
          <p:txBody>
            <a:bodyPr wrap="square" lIns="0" tIns="0" rIns="0" bIns="0" rtlCol="0" anchor="ctr"/>
            <a:lstStyle/>
            <a:p>
              <a:pPr marL="0" indent="0">
                <a:buNone/>
              </a:pPr>
              <a:r>
                <a:rPr lang="en-US" sz="2400" b="1" dirty="0">
                  <a:solidFill>
                    <a:srgbClr val="1C7C7D"/>
                  </a:solidFill>
                </a:rPr>
                <a:t>Files</a:t>
              </a:r>
              <a:endParaRPr lang="en-US" sz="2400" dirty="0"/>
            </a:p>
          </p:txBody>
        </p:sp>
        <p:sp>
          <p:nvSpPr>
            <p:cNvPr id="14" name="Text 12"/>
            <p:cNvSpPr/>
            <p:nvPr/>
          </p:nvSpPr>
          <p:spPr>
            <a:xfrm>
              <a:off x="3520440" y="4892039"/>
              <a:ext cx="2331720" cy="320040"/>
            </a:xfrm>
            <a:prstGeom prst="rect">
              <a:avLst/>
            </a:prstGeom>
            <a:noFill/>
            <a:ln/>
          </p:spPr>
          <p:txBody>
            <a:bodyPr wrap="square" lIns="0" tIns="0" rIns="0" bIns="0" rtlCol="0" anchor="ctr">
              <a:noAutofit/>
            </a:bodyPr>
            <a:lstStyle/>
            <a:p>
              <a:pPr marL="0" indent="0">
                <a:buNone/>
              </a:pPr>
              <a:r>
                <a:rPr lang="en-US" sz="2400" dirty="0">
                  <a:solidFill>
                    <a:srgbClr val="1E293B"/>
                  </a:solidFill>
                </a:rPr>
                <a:t>find outputs</a:t>
              </a:r>
              <a:endParaRPr lang="en-US" sz="2400" dirty="0"/>
            </a:p>
          </p:txBody>
        </p:sp>
      </p:grpSp>
      <p:sp>
        <p:nvSpPr>
          <p:cNvPr id="15" name="Text 13"/>
          <p:cNvSpPr/>
          <p:nvPr/>
        </p:nvSpPr>
        <p:spPr>
          <a:xfrm>
            <a:off x="6583680" y="1789175"/>
            <a:ext cx="5222838" cy="640080"/>
          </a:xfrm>
          <a:prstGeom prst="rect">
            <a:avLst/>
          </a:prstGeom>
          <a:solidFill>
            <a:srgbClr val="E6FFFB"/>
          </a:solidFill>
          <a:ln w="15240">
            <a:solidFill>
              <a:srgbClr val="1C7C7D"/>
            </a:solidFill>
          </a:ln>
        </p:spPr>
        <p:txBody>
          <a:bodyPr wrap="square" lIns="1778" tIns="1778" rIns="1778" bIns="1778" rtlCol="0" anchor="ctr">
            <a:normAutofit/>
          </a:bodyPr>
          <a:lstStyle/>
          <a:p>
            <a:pPr marL="0" indent="0" algn="ctr">
              <a:buNone/>
            </a:pPr>
            <a:r>
              <a:rPr lang="en-US" sz="2200" dirty="0">
                <a:solidFill>
                  <a:srgbClr val="1E293B"/>
                </a:solidFill>
                <a:latin typeface="Aptos" pitchFamily="34" charset="0"/>
                <a:ea typeface="Aptos" pitchFamily="34" charset="-122"/>
                <a:cs typeface="Aptos" pitchFamily="34" charset="-120"/>
              </a:rPr>
              <a:t>Run selected line(s):  Ctrl + Enter</a:t>
            </a:r>
            <a:endParaRPr lang="en-US" sz="2200" dirty="0"/>
          </a:p>
        </p:txBody>
      </p:sp>
      <p:sp>
        <p:nvSpPr>
          <p:cNvPr id="16" name="Text 14"/>
          <p:cNvSpPr/>
          <p:nvPr/>
        </p:nvSpPr>
        <p:spPr>
          <a:xfrm>
            <a:off x="6583680" y="3084397"/>
            <a:ext cx="5222838" cy="1350442"/>
          </a:xfrm>
          <a:prstGeom prst="rect">
            <a:avLst/>
          </a:prstGeom>
          <a:solidFill>
            <a:srgbClr val="F1F5F9"/>
          </a:solidFill>
          <a:ln w="10160">
            <a:solidFill>
              <a:srgbClr val="CBD5E1"/>
            </a:solidFill>
          </a:ln>
        </p:spPr>
        <p:txBody>
          <a:bodyPr wrap="square" lIns="1524" tIns="1524" rIns="1524" bIns="1524" rtlCol="0" anchor="ctr">
            <a:noAutofit/>
          </a:bodyPr>
          <a:lstStyle/>
          <a:p>
            <a:pPr marL="0" indent="0" algn="ctr">
              <a:buNone/>
            </a:pPr>
            <a:r>
              <a:rPr lang="en-US" sz="2400" dirty="0">
                <a:solidFill>
                  <a:srgbClr val="0F172A"/>
                </a:solidFill>
                <a:latin typeface="Courier New" pitchFamily="34" charset="0"/>
                <a:ea typeface="Courier New" pitchFamily="34" charset="-122"/>
                <a:cs typeface="Courier New" pitchFamily="34" charset="-120"/>
              </a:rPr>
              <a:t>Never solve file-path problems with:</a:t>
            </a:r>
          </a:p>
          <a:p>
            <a:pPr marL="0" indent="0">
              <a:buNone/>
            </a:pPr>
            <a:endParaRPr lang="en-US" sz="1000" dirty="0"/>
          </a:p>
          <a:p>
            <a:pPr marL="0" indent="0">
              <a:buNone/>
            </a:pPr>
            <a:r>
              <a:rPr lang="en-US" sz="2400" dirty="0">
                <a:solidFill>
                  <a:srgbClr val="0F172A"/>
                </a:solidFill>
                <a:latin typeface="Courier New" pitchFamily="34" charset="0"/>
                <a:ea typeface="Courier New" pitchFamily="34" charset="-122"/>
                <a:cs typeface="Courier New" pitchFamily="34" charset="-120"/>
              </a:rPr>
              <a:t>setwd("C:/my/personal/path")</a:t>
            </a:r>
            <a:endParaRPr lang="en-US" sz="2400" dirty="0"/>
          </a:p>
        </p:txBody>
      </p:sp>
      <p:sp>
        <p:nvSpPr>
          <p:cNvPr id="17" name="Text 15"/>
          <p:cNvSpPr/>
          <p:nvPr/>
        </p:nvSpPr>
        <p:spPr>
          <a:xfrm>
            <a:off x="6583680" y="5147892"/>
            <a:ext cx="5222838" cy="640080"/>
          </a:xfrm>
          <a:prstGeom prst="rect">
            <a:avLst/>
          </a:prstGeom>
          <a:solidFill>
            <a:srgbClr val="FFF8E8"/>
          </a:solidFill>
          <a:ln w="15240">
            <a:solidFill>
              <a:srgbClr val="D99A2B"/>
            </a:solidFill>
          </a:ln>
        </p:spPr>
        <p:txBody>
          <a:bodyPr wrap="square" lIns="1778" tIns="1778" rIns="1778" bIns="1778" rtlCol="0" anchor="ctr">
            <a:noAutofit/>
          </a:bodyPr>
          <a:lstStyle/>
          <a:p>
            <a:pPr marL="0" indent="0" algn="ctr">
              <a:buNone/>
            </a:pPr>
            <a:r>
              <a:rPr lang="en-US" sz="2200" dirty="0">
                <a:solidFill>
                  <a:srgbClr val="1E293B"/>
                </a:solidFill>
                <a:latin typeface="Aptos" pitchFamily="34" charset="0"/>
                <a:ea typeface="Aptos" pitchFamily="34" charset="-122"/>
                <a:cs typeface="Aptos" pitchFamily="34" charset="-120"/>
              </a:rPr>
              <a:t>If a file is not found, first check that the .Rproj is open.</a:t>
            </a:r>
            <a:endParaRPr lang="en-US" sz="2200" dirty="0"/>
          </a:p>
        </p:txBody>
      </p:sp>
      <p:sp>
        <p:nvSpPr>
          <p:cNvPr id="18" name="Shape 16"/>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9" name="Text 17"/>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Opening and workflow</a:t>
            </a:r>
            <a:endParaRPr lang="en-US" sz="750" dirty="0"/>
          </a:p>
        </p:txBody>
      </p:sp>
      <p:sp>
        <p:nvSpPr>
          <p:cNvPr id="20" name="TextBox 19"/>
          <p:cNvSpPr txBox="1"/>
          <p:nvPr/>
        </p:nvSpPr>
        <p:spPr>
          <a:xfrm>
            <a:off x="11064240" y="6556248"/>
            <a:ext cx="502920" cy="182880"/>
          </a:xfrm>
          <a:prstGeom prst="rect">
            <a:avLst/>
          </a:prstGeom>
          <a:noFill/>
        </p:spPr>
        <p:txBody>
          <a:bodyPr wrap="none">
            <a:spAutoFit/>
          </a:bodyPr>
          <a:lstStyle/>
          <a:p>
            <a:pPr algn="r"/>
            <a:fld id="{96C55341-7951-43A0-A5CF-101355C2640F}" type="slidenum">
              <a:rPr lang="en-US" sz="700">
                <a:solidFill>
                  <a:srgbClr val="6E7B86"/>
                </a:solidFill>
              </a:rPr>
              <a:t>4</a:t>
            </a:fld>
            <a:endParaRPr lang="en-US" sz="700">
              <a:solidFill>
                <a:srgbClr val="6E7B8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4BFD16C3-ED31-0643-1ED3-F715D7ACDAB7}"/>
              </a:ext>
            </a:extLst>
          </p:cNvPr>
          <p:cNvPicPr>
            <a:picLocks noChangeAspect="1"/>
          </p:cNvPicPr>
          <p:nvPr/>
        </p:nvPicPr>
        <p:blipFill>
          <a:blip r:embed="rId3"/>
          <a:stretch>
            <a:fillRect/>
          </a:stretch>
        </p:blipFill>
        <p:spPr>
          <a:xfrm>
            <a:off x="111150" y="0"/>
            <a:ext cx="11939219" cy="6858000"/>
          </a:xfrm>
          <a:prstGeom prst="rect">
            <a:avLst/>
          </a:prstGeom>
        </p:spPr>
      </p:pic>
      <p:sp>
        <p:nvSpPr>
          <p:cNvPr id="5" name="TextBox 4">
            <a:extLst>
              <a:ext uri="{FF2B5EF4-FFF2-40B4-BE49-F238E27FC236}">
                <a16:creationId xmlns:a16="http://schemas.microsoft.com/office/drawing/2014/main" id="{6F29C67A-1EE7-ED5B-6F97-E4264FA94372}"/>
              </a:ext>
            </a:extLst>
          </p:cNvPr>
          <p:cNvSpPr txBox="1"/>
          <p:nvPr/>
        </p:nvSpPr>
        <p:spPr>
          <a:xfrm>
            <a:off x="1557076" y="1673167"/>
            <a:ext cx="2975871" cy="923330"/>
          </a:xfrm>
          <a:prstGeom prst="rect">
            <a:avLst/>
          </a:prstGeom>
          <a:noFill/>
        </p:spPr>
        <p:txBody>
          <a:bodyPr wrap="square" rtlCol="0">
            <a:spAutoFit/>
          </a:bodyPr>
          <a:lstStyle/>
          <a:p>
            <a:r>
              <a:rPr lang="en-NZ" sz="5400" b="1" dirty="0">
                <a:solidFill>
                  <a:schemeClr val="accent6"/>
                </a:solidFill>
                <a:latin typeface="Arial Black" panose="020B0A04020102020204" pitchFamily="34" charset="0"/>
              </a:rPr>
              <a:t>Source</a:t>
            </a:r>
            <a:endParaRPr lang="en-US" sz="5400" b="1" dirty="0">
              <a:solidFill>
                <a:schemeClr val="accent6"/>
              </a:solidFill>
              <a:latin typeface="Arial Black" panose="020B0A04020102020204" pitchFamily="34" charset="0"/>
            </a:endParaRPr>
          </a:p>
        </p:txBody>
      </p:sp>
      <p:sp>
        <p:nvSpPr>
          <p:cNvPr id="6" name="TextBox 5">
            <a:extLst>
              <a:ext uri="{FF2B5EF4-FFF2-40B4-BE49-F238E27FC236}">
                <a16:creationId xmlns:a16="http://schemas.microsoft.com/office/drawing/2014/main" id="{F566BFC6-E2A7-A509-92BD-F79B333D04DB}"/>
              </a:ext>
            </a:extLst>
          </p:cNvPr>
          <p:cNvSpPr txBox="1"/>
          <p:nvPr/>
        </p:nvSpPr>
        <p:spPr>
          <a:xfrm>
            <a:off x="7196215" y="1673167"/>
            <a:ext cx="3624185" cy="923330"/>
          </a:xfrm>
          <a:prstGeom prst="rect">
            <a:avLst/>
          </a:prstGeom>
          <a:noFill/>
        </p:spPr>
        <p:txBody>
          <a:bodyPr wrap="square" rtlCol="0">
            <a:spAutoFit/>
          </a:bodyPr>
          <a:lstStyle/>
          <a:p>
            <a:r>
              <a:rPr lang="en-NZ" sz="5400" b="1" dirty="0">
                <a:solidFill>
                  <a:schemeClr val="accent6"/>
                </a:solidFill>
                <a:latin typeface="Arial Black" panose="020B0A04020102020204" pitchFamily="34" charset="0"/>
              </a:rPr>
              <a:t>Data info</a:t>
            </a:r>
            <a:endParaRPr lang="en-US" sz="5400" b="1" dirty="0">
              <a:solidFill>
                <a:schemeClr val="accent6"/>
              </a:solidFill>
              <a:latin typeface="Arial Black" panose="020B0A04020102020204" pitchFamily="34" charset="0"/>
            </a:endParaRPr>
          </a:p>
        </p:txBody>
      </p:sp>
      <p:sp>
        <p:nvSpPr>
          <p:cNvPr id="7" name="TextBox 6">
            <a:extLst>
              <a:ext uri="{FF2B5EF4-FFF2-40B4-BE49-F238E27FC236}">
                <a16:creationId xmlns:a16="http://schemas.microsoft.com/office/drawing/2014/main" id="{EF2F0FCA-5253-9242-A337-DC952D5B1F24}"/>
              </a:ext>
            </a:extLst>
          </p:cNvPr>
          <p:cNvSpPr txBox="1"/>
          <p:nvPr/>
        </p:nvSpPr>
        <p:spPr>
          <a:xfrm>
            <a:off x="1380864" y="4885864"/>
            <a:ext cx="3328296" cy="923330"/>
          </a:xfrm>
          <a:prstGeom prst="rect">
            <a:avLst/>
          </a:prstGeom>
          <a:noFill/>
        </p:spPr>
        <p:txBody>
          <a:bodyPr wrap="square" rtlCol="0">
            <a:spAutoFit/>
          </a:bodyPr>
          <a:lstStyle/>
          <a:p>
            <a:r>
              <a:rPr lang="en-NZ" sz="5400" b="1" dirty="0">
                <a:solidFill>
                  <a:schemeClr val="accent6"/>
                </a:solidFill>
                <a:latin typeface="Arial Black" panose="020B0A04020102020204" pitchFamily="34" charset="0"/>
              </a:rPr>
              <a:t>Console</a:t>
            </a:r>
            <a:endParaRPr lang="en-US" sz="5400" b="1" dirty="0">
              <a:solidFill>
                <a:schemeClr val="accent6"/>
              </a:solidFill>
              <a:latin typeface="Arial Black" panose="020B0A04020102020204" pitchFamily="34" charset="0"/>
            </a:endParaRPr>
          </a:p>
        </p:txBody>
      </p:sp>
      <p:sp>
        <p:nvSpPr>
          <p:cNvPr id="8" name="TextBox 7">
            <a:extLst>
              <a:ext uri="{FF2B5EF4-FFF2-40B4-BE49-F238E27FC236}">
                <a16:creationId xmlns:a16="http://schemas.microsoft.com/office/drawing/2014/main" id="{D927F4B4-5655-1D20-0D51-B0B58B570091}"/>
              </a:ext>
            </a:extLst>
          </p:cNvPr>
          <p:cNvSpPr txBox="1"/>
          <p:nvPr/>
        </p:nvSpPr>
        <p:spPr>
          <a:xfrm>
            <a:off x="6184144" y="4885403"/>
            <a:ext cx="5648325" cy="923330"/>
          </a:xfrm>
          <a:prstGeom prst="rect">
            <a:avLst/>
          </a:prstGeom>
          <a:noFill/>
        </p:spPr>
        <p:txBody>
          <a:bodyPr wrap="square" rtlCol="0">
            <a:spAutoFit/>
          </a:bodyPr>
          <a:lstStyle/>
          <a:p>
            <a:r>
              <a:rPr lang="en-NZ" sz="5400" b="1" dirty="0">
                <a:solidFill>
                  <a:schemeClr val="accent6"/>
                </a:solidFill>
                <a:latin typeface="Arial Black" panose="020B0A04020102020204" pitchFamily="34" charset="0"/>
              </a:rPr>
              <a:t>Files  &amp; Plots</a:t>
            </a:r>
            <a:endParaRPr lang="en-US" sz="5400" b="1" dirty="0">
              <a:solidFill>
                <a:schemeClr val="accent6"/>
              </a:solidFill>
              <a:latin typeface="Arial Black" panose="020B0A04020102020204" pitchFamily="34" charset="0"/>
            </a:endParaRPr>
          </a:p>
        </p:txBody>
      </p:sp>
      <p:sp>
        <p:nvSpPr>
          <p:cNvPr id="33" name="TextBox 32"/>
          <p:cNvSpPr txBox="1"/>
          <p:nvPr/>
        </p:nvSpPr>
        <p:spPr>
          <a:xfrm>
            <a:off x="594360" y="201168"/>
            <a:ext cx="10972800" cy="182880"/>
          </a:xfrm>
          <a:prstGeom prst="rect">
            <a:avLst/>
          </a:prstGeom>
          <a:noFill/>
        </p:spPr>
        <p:txBody>
          <a:bodyPr wrap="none" lIns="0" tIns="0" rIns="0" bIns="0">
            <a:spAutoFit/>
          </a:bodyPr>
          <a:lstStyle/>
          <a:p>
            <a:pPr algn="l"/>
            <a:r>
              <a:rPr sz="800" b="1">
                <a:solidFill>
                  <a:srgbClr val="2799A0"/>
                </a:solidFill>
                <a:latin typeface="Aptos"/>
              </a:rPr>
              <a:t>PRACTICAL SETUP</a:t>
            </a:r>
          </a:p>
        </p:txBody>
      </p:sp>
      <p:sp>
        <p:nvSpPr>
          <p:cNvPr id="34" name="TextBox 33"/>
          <p:cNvSpPr txBox="1"/>
          <p:nvPr/>
        </p:nvSpPr>
        <p:spPr>
          <a:xfrm>
            <a:off x="594360" y="621792"/>
            <a:ext cx="11064240" cy="411480"/>
          </a:xfrm>
          <a:prstGeom prst="rect">
            <a:avLst/>
          </a:prstGeom>
          <a:noFill/>
        </p:spPr>
        <p:txBody>
          <a:bodyPr wrap="none" lIns="0" tIns="0" rIns="0" bIns="0">
            <a:spAutoFit/>
          </a:bodyPr>
          <a:lstStyle/>
          <a:p>
            <a:pPr algn="l"/>
            <a:r>
              <a:rPr sz="2100" b="1">
                <a:solidFill>
                  <a:srgbClr val="163953"/>
                </a:solidFill>
                <a:latin typeface="Aptos"/>
              </a:rPr>
              <a:t>RStudio panes you will use</a:t>
            </a:r>
          </a:p>
        </p:txBody>
      </p:sp>
      <p:cxnSp>
        <p:nvCxnSpPr>
          <p:cNvPr id="35" name="Connector 34"/>
          <p:cNvCxnSpPr/>
          <p:nvPr/>
        </p:nvCxnSpPr>
        <p:spPr>
          <a:xfrm>
            <a:off x="594360" y="1170432"/>
            <a:ext cx="11018520" cy="0"/>
          </a:xfrm>
          <a:prstGeom prst="line">
            <a:avLst/>
          </a:prstGeom>
          <a:ln w="10160">
            <a:solidFill>
              <a:srgbClr val="163953"/>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94360" y="6556248"/>
            <a:ext cx="8229600" cy="182880"/>
          </a:xfrm>
          <a:prstGeom prst="rect">
            <a:avLst/>
          </a:prstGeom>
          <a:noFill/>
        </p:spPr>
        <p:txBody>
          <a:bodyPr wrap="none" lIns="0" tIns="0" rIns="0" bIns="0">
            <a:spAutoFit/>
          </a:bodyPr>
          <a:lstStyle/>
          <a:p>
            <a:pPr algn="l"/>
            <a:r>
              <a:rPr sz="650" b="0">
                <a:solidFill>
                  <a:srgbClr val="6E7882"/>
                </a:solidFill>
                <a:latin typeface="Aptos"/>
              </a:rPr>
              <a:t>Opening and workflow</a:t>
            </a:r>
          </a:p>
        </p:txBody>
      </p:sp>
      <p:sp>
        <p:nvSpPr>
          <p:cNvPr id="37" name="TextBox 36"/>
          <p:cNvSpPr txBox="1"/>
          <p:nvPr/>
        </p:nvSpPr>
        <p:spPr>
          <a:xfrm>
            <a:off x="11064240" y="6556248"/>
            <a:ext cx="502920" cy="182880"/>
          </a:xfrm>
          <a:prstGeom prst="rect">
            <a:avLst/>
          </a:prstGeom>
          <a:noFill/>
        </p:spPr>
        <p:txBody>
          <a:bodyPr wrap="none">
            <a:spAutoFit/>
          </a:bodyPr>
          <a:lstStyle/>
          <a:p>
            <a:pPr algn="r"/>
            <a:fld id="{EE7320F6-8894-434A-81F5-37D907259829}" type="slidenum">
              <a:rPr lang="en-US" sz="700">
                <a:solidFill>
                  <a:srgbClr val="6E7B86"/>
                </a:solidFill>
              </a:rPr>
              <a:t>5</a:t>
            </a:fld>
            <a:endParaRPr lang="en-US" sz="700">
              <a:solidFill>
                <a:srgbClr val="6E7B86"/>
              </a:solidFill>
            </a:endParaRPr>
          </a:p>
        </p:txBody>
      </p:sp>
    </p:spTree>
    <p:extLst>
      <p:ext uri="{BB962C8B-B14F-4D97-AF65-F5344CB8AC3E}">
        <p14:creationId xmlns:p14="http://schemas.microsoft.com/office/powerpoint/2010/main" val="205117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HOW TO WORK</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The three labels in every script</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grpSp>
        <p:nvGrpSpPr>
          <p:cNvPr id="15" name="Group 14">
            <a:extLst>
              <a:ext uri="{FF2B5EF4-FFF2-40B4-BE49-F238E27FC236}">
                <a16:creationId xmlns:a16="http://schemas.microsoft.com/office/drawing/2014/main" id="{2382462D-427B-D019-7E41-EDF91D32161A}"/>
              </a:ext>
            </a:extLst>
          </p:cNvPr>
          <p:cNvGrpSpPr/>
          <p:nvPr/>
        </p:nvGrpSpPr>
        <p:grpSpPr>
          <a:xfrm>
            <a:off x="735106" y="1536192"/>
            <a:ext cx="7862047" cy="457200"/>
            <a:chOff x="735106" y="1536192"/>
            <a:chExt cx="7862047" cy="457200"/>
          </a:xfrm>
        </p:grpSpPr>
        <p:sp>
          <p:nvSpPr>
            <p:cNvPr id="5" name="Text 3"/>
            <p:cNvSpPr/>
            <p:nvPr/>
          </p:nvSpPr>
          <p:spPr>
            <a:xfrm>
              <a:off x="735106" y="1572768"/>
              <a:ext cx="1733774" cy="310896"/>
            </a:xfrm>
            <a:prstGeom prst="rect">
              <a:avLst/>
            </a:prstGeom>
            <a:solidFill>
              <a:srgbClr val="1F4E79"/>
            </a:solidFill>
            <a:ln>
              <a:solidFill>
                <a:srgbClr val="1F4E79"/>
              </a:solidFill>
            </a:ln>
          </p:spPr>
          <p:txBody>
            <a:bodyPr wrap="square" lIns="508" tIns="508" rIns="508" bIns="508" rtlCol="0" anchor="ctr"/>
            <a:lstStyle/>
            <a:p>
              <a:pPr marL="0" indent="0" algn="ctr">
                <a:buNone/>
              </a:pPr>
              <a:r>
                <a:rPr lang="en-US" b="1" dirty="0">
                  <a:solidFill>
                    <a:srgbClr val="FFFFFF"/>
                  </a:solidFill>
                  <a:latin typeface="Aptos" pitchFamily="34" charset="0"/>
                  <a:ea typeface="Aptos" pitchFamily="34" charset="-122"/>
                  <a:cs typeface="Aptos" pitchFamily="34" charset="-120"/>
                </a:rPr>
                <a:t>RUN THIS</a:t>
              </a:r>
              <a:endParaRPr lang="en-US" dirty="0"/>
            </a:p>
          </p:txBody>
        </p:sp>
        <p:sp>
          <p:nvSpPr>
            <p:cNvPr id="6" name="Text 4"/>
            <p:cNvSpPr/>
            <p:nvPr/>
          </p:nvSpPr>
          <p:spPr>
            <a:xfrm>
              <a:off x="2743200" y="1536192"/>
              <a:ext cx="5853953" cy="457200"/>
            </a:xfrm>
            <a:prstGeom prst="rect">
              <a:avLst/>
            </a:prstGeom>
            <a:noFill/>
            <a:ln/>
          </p:spPr>
          <p:txBody>
            <a:bodyPr wrap="square" lIns="508" tIns="508" rIns="508" bIns="508" rtlCol="0" anchor="ctr"/>
            <a:lstStyle/>
            <a:p>
              <a:pPr marL="0" indent="0">
                <a:buNone/>
              </a:pPr>
              <a:r>
                <a:rPr lang="en-US" sz="2200" dirty="0">
                  <a:solidFill>
                    <a:srgbClr val="1E293B"/>
                  </a:solidFill>
                </a:rPr>
                <a:t>Execute the block as supplied. Do not rewrite it.</a:t>
              </a:r>
              <a:endParaRPr lang="en-US" sz="2200" dirty="0"/>
            </a:p>
          </p:txBody>
        </p:sp>
      </p:grpSp>
      <p:grpSp>
        <p:nvGrpSpPr>
          <p:cNvPr id="16" name="Group 15">
            <a:extLst>
              <a:ext uri="{FF2B5EF4-FFF2-40B4-BE49-F238E27FC236}">
                <a16:creationId xmlns:a16="http://schemas.microsoft.com/office/drawing/2014/main" id="{150DFA60-6533-7456-551C-635053BADE3D}"/>
              </a:ext>
            </a:extLst>
          </p:cNvPr>
          <p:cNvGrpSpPr/>
          <p:nvPr/>
        </p:nvGrpSpPr>
        <p:grpSpPr>
          <a:xfrm>
            <a:off x="735106" y="2834640"/>
            <a:ext cx="7736541" cy="457200"/>
            <a:chOff x="735106" y="2834640"/>
            <a:chExt cx="7736541" cy="457200"/>
          </a:xfrm>
        </p:grpSpPr>
        <p:sp>
          <p:nvSpPr>
            <p:cNvPr id="7" name="Text 5"/>
            <p:cNvSpPr/>
            <p:nvPr/>
          </p:nvSpPr>
          <p:spPr>
            <a:xfrm>
              <a:off x="735106" y="2871216"/>
              <a:ext cx="1733774" cy="310896"/>
            </a:xfrm>
            <a:prstGeom prst="rect">
              <a:avLst/>
            </a:prstGeom>
            <a:solidFill>
              <a:srgbClr val="C96D32"/>
            </a:solidFill>
            <a:ln>
              <a:solidFill>
                <a:srgbClr val="C96D32"/>
              </a:solidFill>
            </a:ln>
          </p:spPr>
          <p:txBody>
            <a:bodyPr wrap="square" lIns="508" tIns="508" rIns="508" bIns="508" rtlCol="0" anchor="ctr"/>
            <a:lstStyle/>
            <a:p>
              <a:pPr marL="0" indent="0" algn="ctr">
                <a:buNone/>
              </a:pPr>
              <a:r>
                <a:rPr lang="en-US" b="1" dirty="0">
                  <a:solidFill>
                    <a:srgbClr val="FFFFFF"/>
                  </a:solidFill>
                  <a:latin typeface="Aptos" pitchFamily="34" charset="0"/>
                  <a:ea typeface="Aptos" pitchFamily="34" charset="-122"/>
                  <a:cs typeface="Aptos" pitchFamily="34" charset="-120"/>
                </a:rPr>
                <a:t>CHANGE THIS</a:t>
              </a:r>
              <a:endParaRPr lang="en-US" dirty="0"/>
            </a:p>
          </p:txBody>
        </p:sp>
        <p:sp>
          <p:nvSpPr>
            <p:cNvPr id="8" name="Text 6"/>
            <p:cNvSpPr/>
            <p:nvPr/>
          </p:nvSpPr>
          <p:spPr>
            <a:xfrm>
              <a:off x="2743200" y="2834640"/>
              <a:ext cx="5728447" cy="457200"/>
            </a:xfrm>
            <a:prstGeom prst="rect">
              <a:avLst/>
            </a:prstGeom>
            <a:noFill/>
            <a:ln/>
          </p:spPr>
          <p:txBody>
            <a:bodyPr wrap="square" lIns="508" tIns="508" rIns="508" bIns="508" rtlCol="0" anchor="ctr"/>
            <a:lstStyle/>
            <a:p>
              <a:pPr marL="0" indent="0">
                <a:buNone/>
              </a:pPr>
              <a:r>
                <a:rPr lang="en-US" sz="2200" dirty="0">
                  <a:solidFill>
                    <a:srgbClr val="1E293B"/>
                  </a:solidFill>
                </a:rPr>
                <a:t>A safe parameter for guided experimentation.</a:t>
              </a:r>
              <a:endParaRPr lang="en-US" sz="2200" dirty="0"/>
            </a:p>
          </p:txBody>
        </p:sp>
      </p:grpSp>
      <p:grpSp>
        <p:nvGrpSpPr>
          <p:cNvPr id="17" name="Group 16">
            <a:extLst>
              <a:ext uri="{FF2B5EF4-FFF2-40B4-BE49-F238E27FC236}">
                <a16:creationId xmlns:a16="http://schemas.microsoft.com/office/drawing/2014/main" id="{BB91A8E8-E8AE-52B0-8E2D-0EAB7544C198}"/>
              </a:ext>
            </a:extLst>
          </p:cNvPr>
          <p:cNvGrpSpPr/>
          <p:nvPr/>
        </p:nvGrpSpPr>
        <p:grpSpPr>
          <a:xfrm>
            <a:off x="735106" y="4133088"/>
            <a:ext cx="7942729" cy="457200"/>
            <a:chOff x="735106" y="4133088"/>
            <a:chExt cx="7942729" cy="457200"/>
          </a:xfrm>
        </p:grpSpPr>
        <p:sp>
          <p:nvSpPr>
            <p:cNvPr id="9" name="Text 7"/>
            <p:cNvSpPr/>
            <p:nvPr/>
          </p:nvSpPr>
          <p:spPr>
            <a:xfrm>
              <a:off x="735106" y="4169664"/>
              <a:ext cx="1733774" cy="310896"/>
            </a:xfrm>
            <a:prstGeom prst="rect">
              <a:avLst/>
            </a:prstGeom>
            <a:solidFill>
              <a:srgbClr val="1C7C7D"/>
            </a:solidFill>
            <a:ln>
              <a:solidFill>
                <a:srgbClr val="1C7C7D"/>
              </a:solidFill>
            </a:ln>
          </p:spPr>
          <p:txBody>
            <a:bodyPr wrap="square" lIns="508" tIns="508" rIns="508" bIns="508" rtlCol="0" anchor="ctr"/>
            <a:lstStyle/>
            <a:p>
              <a:pPr marL="0" indent="0" algn="ctr">
                <a:buNone/>
              </a:pPr>
              <a:r>
                <a:rPr lang="en-US" b="1" dirty="0">
                  <a:solidFill>
                    <a:srgbClr val="FFFFFF"/>
                  </a:solidFill>
                  <a:latin typeface="Aptos" pitchFamily="34" charset="0"/>
                  <a:ea typeface="Aptos" pitchFamily="34" charset="-122"/>
                  <a:cs typeface="Aptos" pitchFamily="34" charset="-120"/>
                </a:rPr>
                <a:t>INTERPRET THIS</a:t>
              </a:r>
              <a:endParaRPr lang="en-US" dirty="0"/>
            </a:p>
          </p:txBody>
        </p:sp>
        <p:sp>
          <p:nvSpPr>
            <p:cNvPr id="10" name="Text 8"/>
            <p:cNvSpPr/>
            <p:nvPr/>
          </p:nvSpPr>
          <p:spPr>
            <a:xfrm>
              <a:off x="2743200" y="4133088"/>
              <a:ext cx="5934635" cy="457200"/>
            </a:xfrm>
            <a:prstGeom prst="rect">
              <a:avLst/>
            </a:prstGeom>
            <a:noFill/>
            <a:ln/>
          </p:spPr>
          <p:txBody>
            <a:bodyPr wrap="square" lIns="508" tIns="508" rIns="508" bIns="508" rtlCol="0" anchor="ctr"/>
            <a:lstStyle/>
            <a:p>
              <a:pPr marL="0" indent="0">
                <a:buNone/>
              </a:pPr>
              <a:r>
                <a:rPr lang="en-US" sz="2200" dirty="0">
                  <a:solidFill>
                    <a:srgbClr val="1E293B"/>
                  </a:solidFill>
                </a:rPr>
                <a:t>Stop and explain the result in research language.</a:t>
              </a:r>
              <a:endParaRPr lang="en-US" sz="2200" dirty="0"/>
            </a:p>
          </p:txBody>
        </p:sp>
      </p:grpSp>
      <p:sp>
        <p:nvSpPr>
          <p:cNvPr id="11" name="Text 9"/>
          <p:cNvSpPr/>
          <p:nvPr/>
        </p:nvSpPr>
        <p:spPr>
          <a:xfrm>
            <a:off x="914400" y="5623560"/>
            <a:ext cx="10287000" cy="530352"/>
          </a:xfrm>
          <a:prstGeom prst="rect">
            <a:avLst/>
          </a:prstGeom>
          <a:solidFill>
            <a:srgbClr val="EFF6FF"/>
          </a:solidFill>
          <a:ln w="15240">
            <a:solidFill>
              <a:srgbClr val="1F4E79"/>
            </a:solidFill>
          </a:ln>
        </p:spPr>
        <p:txBody>
          <a:bodyPr wrap="square" lIns="1778" tIns="1778" rIns="1778" bIns="1778" rtlCol="0" anchor="ctr">
            <a:normAutofit/>
          </a:bodyPr>
          <a:lstStyle/>
          <a:p>
            <a:pPr marL="0" indent="0">
              <a:buNone/>
            </a:pPr>
            <a:r>
              <a:rPr lang="en-US" sz="1900" dirty="0">
                <a:solidFill>
                  <a:srgbClr val="1E293B"/>
                </a:solidFill>
                <a:latin typeface="Aptos" pitchFamily="34" charset="0"/>
                <a:ea typeface="Aptos" pitchFamily="34" charset="-122"/>
                <a:cs typeface="Aptos" pitchFamily="34" charset="-120"/>
              </a:rPr>
              <a:t>A good workshop answer is usually a sentence about evidence and limits, not another line of code.</a:t>
            </a:r>
            <a:endParaRPr lang="en-US" sz="1900" dirty="0"/>
          </a:p>
        </p:txBody>
      </p:sp>
      <p:sp>
        <p:nvSpPr>
          <p:cNvPr id="12" name="Shape 10"/>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3" name="Text 11"/>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Opening and workflow</a:t>
            </a:r>
            <a:endParaRPr lang="en-US" sz="750" dirty="0"/>
          </a:p>
        </p:txBody>
      </p:sp>
      <p:sp>
        <p:nvSpPr>
          <p:cNvPr id="14" name="TextBox 13"/>
          <p:cNvSpPr txBox="1"/>
          <p:nvPr/>
        </p:nvSpPr>
        <p:spPr>
          <a:xfrm>
            <a:off x="11064240" y="6556248"/>
            <a:ext cx="502920" cy="182880"/>
          </a:xfrm>
          <a:prstGeom prst="rect">
            <a:avLst/>
          </a:prstGeom>
          <a:noFill/>
        </p:spPr>
        <p:txBody>
          <a:bodyPr wrap="none">
            <a:spAutoFit/>
          </a:bodyPr>
          <a:lstStyle/>
          <a:p>
            <a:pPr algn="r"/>
            <a:fld id="{CBC70EAB-1E0F-4F03-9CB6-69D219C322E4}" type="slidenum">
              <a:rPr lang="en-US" sz="700">
                <a:solidFill>
                  <a:srgbClr val="6E7B86"/>
                </a:solidFill>
              </a:rPr>
              <a:t>6</a:t>
            </a:fld>
            <a:endParaRPr lang="en-US" sz="700">
              <a:solidFill>
                <a:srgbClr val="6E7B8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1000"/>
                                  </p:stCondLst>
                                  <p:childTnLst>
                                    <p:set>
                                      <p:cBhvr>
                                        <p:cTn id="17"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85800" y="868680"/>
            <a:ext cx="1097280" cy="594360"/>
          </a:xfrm>
          <a:prstGeom prst="rect">
            <a:avLst/>
          </a:prstGeom>
          <a:noFill/>
          <a:ln/>
        </p:spPr>
        <p:txBody>
          <a:bodyPr wrap="square" lIns="0" tIns="0" rIns="0" bIns="0" rtlCol="0" anchor="ctr"/>
          <a:lstStyle/>
          <a:p>
            <a:pPr marL="0" indent="0">
              <a:buNone/>
            </a:pPr>
            <a:r>
              <a:rPr lang="en-US" sz="3200" b="1" dirty="0">
                <a:solidFill>
                  <a:srgbClr val="1C7C7D"/>
                </a:solidFill>
                <a:latin typeface="Aptos Display" pitchFamily="34" charset="0"/>
                <a:ea typeface="Aptos Display" pitchFamily="34" charset="-122"/>
                <a:cs typeface="Aptos Display" pitchFamily="34" charset="-120"/>
              </a:rPr>
              <a:t>01</a:t>
            </a:r>
            <a:endParaRPr lang="en-US" sz="3200" dirty="0"/>
          </a:p>
        </p:txBody>
      </p:sp>
      <p:sp>
        <p:nvSpPr>
          <p:cNvPr id="3" name="Text 1"/>
          <p:cNvSpPr/>
          <p:nvPr/>
        </p:nvSpPr>
        <p:spPr>
          <a:xfrm>
            <a:off x="685800" y="1874520"/>
            <a:ext cx="10789920" cy="731520"/>
          </a:xfrm>
          <a:prstGeom prst="rect">
            <a:avLst/>
          </a:prstGeom>
          <a:noFill/>
          <a:ln/>
        </p:spPr>
        <p:txBody>
          <a:bodyPr wrap="square" lIns="0" tIns="0" rIns="0" bIns="0" rtlCol="0" anchor="ctr"/>
          <a:lstStyle/>
          <a:p>
            <a:pPr marL="0" indent="0">
              <a:buNone/>
            </a:pPr>
            <a:r>
              <a:rPr lang="en-US" sz="3800" b="1" dirty="0">
                <a:solidFill>
                  <a:srgbClr val="17324D"/>
                </a:solidFill>
                <a:latin typeface="Aptos Display" pitchFamily="34" charset="0"/>
                <a:ea typeface="Aptos Display" pitchFamily="34" charset="-122"/>
                <a:cs typeface="Aptos Display" pitchFamily="34" charset="-120"/>
              </a:rPr>
              <a:t>Circular data: the minimum vocabulary</a:t>
            </a:r>
            <a:endParaRPr lang="en-US" sz="3800" dirty="0"/>
          </a:p>
        </p:txBody>
      </p:sp>
      <p:sp>
        <p:nvSpPr>
          <p:cNvPr id="4" name="Text 2"/>
          <p:cNvSpPr/>
          <p:nvPr/>
        </p:nvSpPr>
        <p:spPr>
          <a:xfrm>
            <a:off x="713232" y="2761488"/>
            <a:ext cx="10058400" cy="914400"/>
          </a:xfrm>
          <a:prstGeom prst="rect">
            <a:avLst/>
          </a:prstGeom>
          <a:noFill/>
          <a:ln/>
        </p:spPr>
        <p:txBody>
          <a:bodyPr wrap="square" lIns="0" tIns="0" rIns="0" bIns="0" rtlCol="0" anchor="ctr">
            <a:normAutofit/>
          </a:bodyPr>
          <a:lstStyle/>
          <a:p>
            <a:pPr marL="0" indent="0">
              <a:buNone/>
            </a:pPr>
            <a:r>
              <a:rPr lang="en-US" sz="2800" dirty="0">
                <a:solidFill>
                  <a:srgbClr val="64748B"/>
                </a:solidFill>
                <a:latin typeface="Aptos" pitchFamily="34" charset="0"/>
                <a:ea typeface="Aptos" pitchFamily="34" charset="-122"/>
                <a:cs typeface="Aptos" pitchFamily="34" charset="-120"/>
              </a:rPr>
              <a:t>Why ordinary statistics can fail when the variable lives on a circle.</a:t>
            </a:r>
            <a:endParaRPr lang="en-US" sz="2800" dirty="0"/>
          </a:p>
        </p:txBody>
      </p:sp>
      <p:sp>
        <p:nvSpPr>
          <p:cNvPr id="5" name="Shape 3"/>
          <p:cNvSpPr/>
          <p:nvPr/>
        </p:nvSpPr>
        <p:spPr>
          <a:xfrm>
            <a:off x="713232" y="4005072"/>
            <a:ext cx="6035040" cy="0"/>
          </a:xfrm>
          <a:prstGeom prst="line">
            <a:avLst/>
          </a:prstGeom>
          <a:noFill/>
          <a:ln w="38100">
            <a:solidFill>
              <a:srgbClr val="1C7C7D"/>
            </a:solidFill>
            <a:prstDash val="solid"/>
          </a:ln>
        </p:spPr>
        <p:txBody>
          <a:bodyPr/>
          <a:lstStyle/>
          <a:p>
            <a:endParaRPr lang="en-US"/>
          </a:p>
        </p:txBody>
      </p:sp>
      <p:sp>
        <p:nvSpPr>
          <p:cNvPr id="6" name="Shape 4"/>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8" name="Text 6"/>
          <p:cNvSpPr/>
          <p:nvPr/>
        </p:nvSpPr>
        <p:spPr>
          <a:xfrm>
            <a:off x="11064240" y="6556248"/>
            <a:ext cx="502920" cy="182880"/>
          </a:xfrm>
          <a:prstGeom prst="rect">
            <a:avLst/>
          </a:prstGeom>
          <a:noFill/>
          <a:ln/>
        </p:spPr>
        <p:txBody>
          <a:bodyPr wrap="square" lIns="0" tIns="0" rIns="0" bIns="0" rtlCol="0" anchor="ctr"/>
          <a:lstStyle/>
          <a:p>
            <a:pPr marL="0" indent="0" algn="r">
              <a:buNone/>
            </a:pPr>
            <a:r>
              <a:rPr lang="en-US" sz="750" dirty="0">
                <a:solidFill>
                  <a:srgbClr val="64748B"/>
                </a:solidFill>
                <a:latin typeface="Aptos" pitchFamily="34" charset="0"/>
                <a:ea typeface="Aptos" pitchFamily="34" charset="-122"/>
                <a:cs typeface="Aptos" pitchFamily="34" charset="-120"/>
              </a:rPr>
              <a:t> </a:t>
            </a:r>
            <a:endParaRPr lang="en-US" sz="750" dirty="0"/>
          </a:p>
        </p:txBody>
      </p:sp>
      <p:sp>
        <p:nvSpPr>
          <p:cNvPr id="9" name="TextBox 8"/>
          <p:cNvSpPr txBox="1"/>
          <p:nvPr/>
        </p:nvSpPr>
        <p:spPr>
          <a:xfrm>
            <a:off x="11064240" y="6556248"/>
            <a:ext cx="502920" cy="182880"/>
          </a:xfrm>
          <a:prstGeom prst="rect">
            <a:avLst/>
          </a:prstGeom>
          <a:noFill/>
        </p:spPr>
        <p:txBody>
          <a:bodyPr wrap="none">
            <a:spAutoFit/>
          </a:bodyPr>
          <a:lstStyle/>
          <a:p>
            <a:pPr algn="r"/>
            <a:fld id="{ABC8A4DF-3652-4C89-A2F6-43EA08C356A1}" type="slidenum">
              <a:rPr lang="en-US" sz="700">
                <a:solidFill>
                  <a:srgbClr val="6E7B86"/>
                </a:solidFill>
              </a:rPr>
              <a:t>7</a:t>
            </a:fld>
            <a:endParaRPr lang="en-US" sz="700">
              <a:solidFill>
                <a:srgbClr val="6E7B86"/>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LINEAR VERSUS CIRCULAR</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359° and 1° are neighbours</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pic>
        <p:nvPicPr>
          <p:cNvPr id="5" name="Image 0" descr="/mnt/data/SEAC2026_Workshop_v2/01_WORKSHOP/assets/circular_boundary_example.png"/>
          <p:cNvPicPr>
            <a:picLocks noChangeAspect="1"/>
          </p:cNvPicPr>
          <p:nvPr/>
        </p:nvPicPr>
        <p:blipFill>
          <a:blip r:embed="rId3"/>
          <a:stretch>
            <a:fillRect/>
          </a:stretch>
        </p:blipFill>
        <p:spPr>
          <a:xfrm>
            <a:off x="687928" y="1325880"/>
            <a:ext cx="4567743" cy="4572000"/>
          </a:xfrm>
          <a:prstGeom prst="rect">
            <a:avLst/>
          </a:prstGeom>
        </p:spPr>
      </p:pic>
      <p:sp>
        <p:nvSpPr>
          <p:cNvPr id="6" name="Text 3"/>
          <p:cNvSpPr/>
          <p:nvPr/>
        </p:nvSpPr>
        <p:spPr>
          <a:xfrm>
            <a:off x="5623560" y="1444752"/>
            <a:ext cx="5303520" cy="320040"/>
          </a:xfrm>
          <a:prstGeom prst="rect">
            <a:avLst/>
          </a:prstGeom>
          <a:noFill/>
          <a:ln/>
        </p:spPr>
        <p:txBody>
          <a:bodyPr wrap="square" lIns="635" tIns="635" rIns="635" bIns="635" rtlCol="0" anchor="t">
            <a:noAutofit/>
          </a:bodyPr>
          <a:lstStyle/>
          <a:p>
            <a:pPr marL="0" indent="0" algn="l">
              <a:buNone/>
            </a:pPr>
            <a:r>
              <a:rPr lang="en-US" sz="2800" b="1" dirty="0">
                <a:solidFill>
                  <a:srgbClr val="17324D"/>
                </a:solidFill>
                <a:latin typeface="Aptos" pitchFamily="34" charset="0"/>
                <a:ea typeface="Aptos" pitchFamily="34" charset="-122"/>
                <a:cs typeface="Aptos" pitchFamily="34" charset="-120"/>
              </a:rPr>
              <a:t>The ordinary arithmetic mean of:</a:t>
            </a:r>
            <a:endParaRPr lang="en-US" sz="2800" dirty="0"/>
          </a:p>
        </p:txBody>
      </p:sp>
      <p:sp>
        <p:nvSpPr>
          <p:cNvPr id="7" name="Text 4"/>
          <p:cNvSpPr/>
          <p:nvPr/>
        </p:nvSpPr>
        <p:spPr>
          <a:xfrm>
            <a:off x="5623560" y="2084035"/>
            <a:ext cx="4023360" cy="438912"/>
          </a:xfrm>
          <a:prstGeom prst="rect">
            <a:avLst/>
          </a:prstGeom>
          <a:solidFill>
            <a:srgbClr val="F1F5F9"/>
          </a:solidFill>
          <a:ln w="10160">
            <a:solidFill>
              <a:srgbClr val="CBD5E1"/>
            </a:solidFill>
          </a:ln>
        </p:spPr>
        <p:txBody>
          <a:bodyPr wrap="square" lIns="1524" tIns="1524" rIns="1524" bIns="1524" rtlCol="0" anchor="ctr">
            <a:normAutofit/>
          </a:bodyPr>
          <a:lstStyle/>
          <a:p>
            <a:pPr marL="180000" indent="0">
              <a:buNone/>
            </a:pPr>
            <a:r>
              <a:rPr lang="en-US" sz="2800" dirty="0">
                <a:solidFill>
                  <a:srgbClr val="0F172A"/>
                </a:solidFill>
                <a:latin typeface="Courier New" pitchFamily="34" charset="0"/>
                <a:ea typeface="Courier New" pitchFamily="34" charset="-122"/>
                <a:cs typeface="Courier New" pitchFamily="34" charset="-120"/>
              </a:rPr>
              <a:t>358°, 359°, 1°, 2°</a:t>
            </a:r>
            <a:endParaRPr lang="en-US" sz="2800" dirty="0"/>
          </a:p>
        </p:txBody>
      </p:sp>
      <p:sp>
        <p:nvSpPr>
          <p:cNvPr id="8" name="Text 5"/>
          <p:cNvSpPr/>
          <p:nvPr/>
        </p:nvSpPr>
        <p:spPr>
          <a:xfrm>
            <a:off x="5623560" y="2858493"/>
            <a:ext cx="4663440" cy="384048"/>
          </a:xfrm>
          <a:prstGeom prst="rect">
            <a:avLst/>
          </a:prstGeom>
          <a:noFill/>
          <a:ln/>
        </p:spPr>
        <p:txBody>
          <a:bodyPr wrap="square" lIns="635" tIns="635" rIns="635" bIns="635" rtlCol="0" anchor="t">
            <a:noAutofit/>
          </a:bodyPr>
          <a:lstStyle/>
          <a:p>
            <a:pPr marL="0" indent="0" algn="l">
              <a:buNone/>
            </a:pPr>
            <a:r>
              <a:rPr lang="en-US" sz="2800" b="1" dirty="0">
                <a:solidFill>
                  <a:srgbClr val="B84A4A"/>
                </a:solidFill>
                <a:latin typeface="Aptos" pitchFamily="34" charset="0"/>
                <a:ea typeface="Aptos" pitchFamily="34" charset="-122"/>
                <a:cs typeface="Aptos" pitchFamily="34" charset="-120"/>
              </a:rPr>
              <a:t>is 180° — pointing South.</a:t>
            </a:r>
            <a:endParaRPr lang="en-US" sz="2800" dirty="0"/>
          </a:p>
        </p:txBody>
      </p:sp>
      <p:sp>
        <p:nvSpPr>
          <p:cNvPr id="9" name="Text 6"/>
          <p:cNvSpPr/>
          <p:nvPr/>
        </p:nvSpPr>
        <p:spPr>
          <a:xfrm>
            <a:off x="5623560" y="3590013"/>
            <a:ext cx="5212080" cy="1197863"/>
          </a:xfrm>
          <a:prstGeom prst="rect">
            <a:avLst/>
          </a:prstGeom>
          <a:noFill/>
          <a:ln/>
        </p:spPr>
        <p:txBody>
          <a:bodyPr wrap="square" lIns="635" tIns="635" rIns="635" bIns="635" rtlCol="0" anchor="t">
            <a:noAutofit/>
          </a:bodyPr>
          <a:lstStyle/>
          <a:p>
            <a:pPr marL="0" indent="0" algn="l">
              <a:buNone/>
            </a:pPr>
            <a:r>
              <a:rPr lang="en-US" sz="2600" dirty="0">
                <a:solidFill>
                  <a:srgbClr val="1E293B"/>
                </a:solidFill>
                <a:latin typeface="Aptos" pitchFamily="34" charset="0"/>
                <a:ea typeface="Aptos" pitchFamily="34" charset="-122"/>
                <a:cs typeface="Aptos" pitchFamily="34" charset="-120"/>
              </a:rPr>
              <a:t>But all observations cluster around North. The circular mean respects the joined 0/360 boundary.</a:t>
            </a:r>
            <a:endParaRPr lang="en-US" sz="2600" dirty="0"/>
          </a:p>
        </p:txBody>
      </p:sp>
      <p:sp>
        <p:nvSpPr>
          <p:cNvPr id="10" name="Text 7"/>
          <p:cNvSpPr/>
          <p:nvPr/>
        </p:nvSpPr>
        <p:spPr>
          <a:xfrm>
            <a:off x="5623560" y="5178286"/>
            <a:ext cx="5029200" cy="914400"/>
          </a:xfrm>
          <a:prstGeom prst="rect">
            <a:avLst/>
          </a:prstGeom>
          <a:solidFill>
            <a:srgbClr val="FFF8E8"/>
          </a:solidFill>
          <a:ln w="15240">
            <a:solidFill>
              <a:srgbClr val="D99A2B"/>
            </a:solidFill>
          </a:ln>
        </p:spPr>
        <p:txBody>
          <a:bodyPr wrap="square" lIns="1778" tIns="1778" rIns="1778" bIns="1778" rtlCol="0" anchor="ctr">
            <a:noAutofit/>
          </a:bodyPr>
          <a:lstStyle/>
          <a:p>
            <a:pPr marL="180000" indent="0">
              <a:buNone/>
            </a:pPr>
            <a:r>
              <a:rPr lang="en-US" sz="2600" dirty="0">
                <a:solidFill>
                  <a:srgbClr val="1E293B"/>
                </a:solidFill>
                <a:latin typeface="Aptos" pitchFamily="34" charset="0"/>
                <a:ea typeface="Aptos" pitchFamily="34" charset="-122"/>
                <a:cs typeface="Aptos" pitchFamily="34" charset="-120"/>
              </a:rPr>
              <a:t>Circular statistics encode the geometry of the variable.</a:t>
            </a:r>
            <a:endParaRPr lang="en-US" sz="2600" dirty="0"/>
          </a:p>
        </p:txBody>
      </p:sp>
      <p:sp>
        <p:nvSpPr>
          <p:cNvPr id="11" name="Shape 8"/>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2" name="Text 9"/>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Circular-statistics fundamentals</a:t>
            </a:r>
            <a:endParaRPr lang="en-US" sz="750" dirty="0"/>
          </a:p>
        </p:txBody>
      </p:sp>
      <p:sp>
        <p:nvSpPr>
          <p:cNvPr id="13" name="TextBox 12"/>
          <p:cNvSpPr txBox="1"/>
          <p:nvPr/>
        </p:nvSpPr>
        <p:spPr>
          <a:xfrm>
            <a:off x="11064240" y="6556248"/>
            <a:ext cx="502920" cy="182880"/>
          </a:xfrm>
          <a:prstGeom prst="rect">
            <a:avLst/>
          </a:prstGeom>
          <a:noFill/>
        </p:spPr>
        <p:txBody>
          <a:bodyPr wrap="none">
            <a:spAutoFit/>
          </a:bodyPr>
          <a:lstStyle/>
          <a:p>
            <a:pPr algn="r"/>
            <a:fld id="{D98EC909-7D23-41C6-AE05-A715030EE833}" type="slidenum">
              <a:rPr lang="en-US" sz="700">
                <a:solidFill>
                  <a:srgbClr val="6E7B86"/>
                </a:solidFill>
              </a:rPr>
              <a:t>8</a:t>
            </a:fld>
            <a:endParaRPr lang="en-US" sz="700">
              <a:solidFill>
                <a:srgbClr val="6E7B86"/>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A5B3E7B-6EB7-919F-4E5B-22875329C093}"/>
              </a:ext>
            </a:extLst>
          </p:cNvPr>
          <p:cNvPicPr>
            <a:picLocks noChangeAspect="1"/>
          </p:cNvPicPr>
          <p:nvPr/>
        </p:nvPicPr>
        <p:blipFill>
          <a:blip r:embed="rId3"/>
          <a:srcRect t="11765" b="13072"/>
          <a:stretch>
            <a:fillRect/>
          </a:stretch>
        </p:blipFill>
        <p:spPr>
          <a:xfrm>
            <a:off x="2939751" y="1703293"/>
            <a:ext cx="6000750" cy="5154706"/>
          </a:xfrm>
          <a:prstGeom prst="rect">
            <a:avLst/>
          </a:prstGeom>
        </p:spPr>
      </p:pic>
      <p:pic>
        <p:nvPicPr>
          <p:cNvPr id="13" name="Picture 12">
            <a:extLst>
              <a:ext uri="{FF2B5EF4-FFF2-40B4-BE49-F238E27FC236}">
                <a16:creationId xmlns:a16="http://schemas.microsoft.com/office/drawing/2014/main" id="{44E2E2D0-1BE6-2A18-E821-25C0EFBF2A71}"/>
              </a:ext>
            </a:extLst>
          </p:cNvPr>
          <p:cNvPicPr>
            <a:picLocks noChangeAspect="1"/>
          </p:cNvPicPr>
          <p:nvPr/>
        </p:nvPicPr>
        <p:blipFill>
          <a:blip r:embed="rId4"/>
          <a:srcRect t="12026" b="12956"/>
          <a:stretch>
            <a:fillRect/>
          </a:stretch>
        </p:blipFill>
        <p:spPr>
          <a:xfrm>
            <a:off x="2939751" y="1713252"/>
            <a:ext cx="6000750" cy="5144747"/>
          </a:xfrm>
          <a:prstGeom prst="rect">
            <a:avLst/>
          </a:prstGeom>
        </p:spPr>
      </p:pic>
      <p:pic>
        <p:nvPicPr>
          <p:cNvPr id="15" name="Picture 14">
            <a:extLst>
              <a:ext uri="{FF2B5EF4-FFF2-40B4-BE49-F238E27FC236}">
                <a16:creationId xmlns:a16="http://schemas.microsoft.com/office/drawing/2014/main" id="{7FA1B353-674D-F206-EB25-035FFE798136}"/>
              </a:ext>
            </a:extLst>
          </p:cNvPr>
          <p:cNvPicPr>
            <a:picLocks noChangeAspect="1"/>
          </p:cNvPicPr>
          <p:nvPr/>
        </p:nvPicPr>
        <p:blipFill>
          <a:blip r:embed="rId5"/>
          <a:srcRect t="10849" b="13987"/>
          <a:stretch>
            <a:fillRect/>
          </a:stretch>
        </p:blipFill>
        <p:spPr>
          <a:xfrm>
            <a:off x="2939751" y="1633204"/>
            <a:ext cx="6000750" cy="5154706"/>
          </a:xfrm>
          <a:prstGeom prst="rect">
            <a:avLst/>
          </a:prstGeom>
        </p:spPr>
      </p:pic>
      <p:sp>
        <p:nvSpPr>
          <p:cNvPr id="16" name="TextBox 15"/>
          <p:cNvSpPr txBox="1"/>
          <p:nvPr/>
        </p:nvSpPr>
        <p:spPr>
          <a:xfrm>
            <a:off x="594360" y="201168"/>
            <a:ext cx="10972800" cy="182880"/>
          </a:xfrm>
          <a:prstGeom prst="rect">
            <a:avLst/>
          </a:prstGeom>
          <a:noFill/>
        </p:spPr>
        <p:txBody>
          <a:bodyPr wrap="none" lIns="0" tIns="0" rIns="0" bIns="0">
            <a:spAutoFit/>
          </a:bodyPr>
          <a:lstStyle/>
          <a:p>
            <a:pPr algn="l"/>
            <a:r>
              <a:rPr sz="800" b="1">
                <a:solidFill>
                  <a:srgbClr val="2799A0"/>
                </a:solidFill>
                <a:latin typeface="Aptos"/>
              </a:rPr>
              <a:t>LINEAR VERSUS CIRCULAR</a:t>
            </a:r>
          </a:p>
        </p:txBody>
      </p:sp>
      <p:sp>
        <p:nvSpPr>
          <p:cNvPr id="17" name="TextBox 16"/>
          <p:cNvSpPr txBox="1"/>
          <p:nvPr/>
        </p:nvSpPr>
        <p:spPr>
          <a:xfrm>
            <a:off x="594360" y="621792"/>
            <a:ext cx="5101846" cy="461665"/>
          </a:xfrm>
          <a:prstGeom prst="rect">
            <a:avLst/>
          </a:prstGeom>
          <a:noFill/>
        </p:spPr>
        <p:txBody>
          <a:bodyPr wrap="none" lIns="0" tIns="0" rIns="0" bIns="0">
            <a:spAutoFit/>
          </a:bodyPr>
          <a:lstStyle/>
          <a:p>
            <a:pPr algn="l"/>
            <a:r>
              <a:rPr sz="3000" b="1" dirty="0">
                <a:solidFill>
                  <a:srgbClr val="163953"/>
                </a:solidFill>
                <a:latin typeface="Aptos"/>
              </a:rPr>
              <a:t>Four observations near North</a:t>
            </a:r>
          </a:p>
        </p:txBody>
      </p:sp>
      <p:cxnSp>
        <p:nvCxnSpPr>
          <p:cNvPr id="18" name="Connector 17"/>
          <p:cNvCxnSpPr/>
          <p:nvPr/>
        </p:nvCxnSpPr>
        <p:spPr>
          <a:xfrm>
            <a:off x="594360" y="1170432"/>
            <a:ext cx="11018520" cy="0"/>
          </a:xfrm>
          <a:prstGeom prst="line">
            <a:avLst/>
          </a:prstGeom>
          <a:ln w="10160">
            <a:solidFill>
              <a:srgbClr val="16395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477870" y="6355354"/>
            <a:ext cx="3236259" cy="261610"/>
          </a:xfrm>
          <a:prstGeom prst="rect">
            <a:avLst/>
          </a:prstGeom>
          <a:noFill/>
        </p:spPr>
        <p:txBody>
          <a:bodyPr wrap="square" lIns="0" tIns="0" rIns="0" bIns="0">
            <a:spAutoFit/>
          </a:bodyPr>
          <a:lstStyle/>
          <a:p>
            <a:pPr algn="ctr"/>
            <a:r>
              <a:rPr sz="1700" b="1" dirty="0">
                <a:solidFill>
                  <a:srgbClr val="E58B2E"/>
                </a:solidFill>
                <a:latin typeface="Aptos"/>
              </a:rPr>
              <a:t>Arithmetic average fails here</a:t>
            </a:r>
            <a:r>
              <a:rPr lang="en-NZ" sz="1700" b="1" dirty="0">
                <a:solidFill>
                  <a:srgbClr val="E58B2E"/>
                </a:solidFill>
                <a:latin typeface="Aptos"/>
              </a:rPr>
              <a:t>.</a:t>
            </a:r>
            <a:endParaRPr sz="1700" b="1" dirty="0">
              <a:solidFill>
                <a:srgbClr val="E58B2E"/>
              </a:solidFill>
              <a:latin typeface="Aptos"/>
            </a:endParaRPr>
          </a:p>
        </p:txBody>
      </p:sp>
      <p:sp>
        <p:nvSpPr>
          <p:cNvPr id="21" name="TextBox 20"/>
          <p:cNvSpPr txBox="1"/>
          <p:nvPr/>
        </p:nvSpPr>
        <p:spPr>
          <a:xfrm>
            <a:off x="594360" y="6556248"/>
            <a:ext cx="8229600" cy="182880"/>
          </a:xfrm>
          <a:prstGeom prst="rect">
            <a:avLst/>
          </a:prstGeom>
          <a:noFill/>
        </p:spPr>
        <p:txBody>
          <a:bodyPr wrap="none" lIns="0" tIns="0" rIns="0" bIns="0">
            <a:spAutoFit/>
          </a:bodyPr>
          <a:lstStyle/>
          <a:p>
            <a:pPr algn="l"/>
            <a:r>
              <a:rPr sz="650" b="0">
                <a:solidFill>
                  <a:srgbClr val="6E7882"/>
                </a:solidFill>
                <a:latin typeface="Aptos"/>
              </a:rPr>
              <a:t>Circular-statistics fundamentals</a:t>
            </a:r>
          </a:p>
        </p:txBody>
      </p:sp>
      <p:sp>
        <p:nvSpPr>
          <p:cNvPr id="22" name="TextBox 21"/>
          <p:cNvSpPr txBox="1"/>
          <p:nvPr/>
        </p:nvSpPr>
        <p:spPr>
          <a:xfrm>
            <a:off x="11064240" y="6556248"/>
            <a:ext cx="502920" cy="182880"/>
          </a:xfrm>
          <a:prstGeom prst="rect">
            <a:avLst/>
          </a:prstGeom>
          <a:noFill/>
        </p:spPr>
        <p:txBody>
          <a:bodyPr wrap="none">
            <a:spAutoFit/>
          </a:bodyPr>
          <a:lstStyle/>
          <a:p>
            <a:pPr algn="r"/>
            <a:fld id="{5A8F8692-B805-4BC9-9BBC-D4C68A700198}" type="slidenum">
              <a:rPr lang="en-US" sz="700">
                <a:solidFill>
                  <a:srgbClr val="6E7B86"/>
                </a:solidFill>
              </a:rPr>
              <a:t>9</a:t>
            </a:fld>
            <a:endParaRPr lang="en-US" sz="700">
              <a:solidFill>
                <a:srgbClr val="6E7B86"/>
              </a:solidFill>
            </a:endParaRPr>
          </a:p>
        </p:txBody>
      </p:sp>
      <p:sp>
        <p:nvSpPr>
          <p:cNvPr id="3" name="TextBox 2">
            <a:extLst>
              <a:ext uri="{FF2B5EF4-FFF2-40B4-BE49-F238E27FC236}">
                <a16:creationId xmlns:a16="http://schemas.microsoft.com/office/drawing/2014/main" id="{442EB528-B719-7EA7-6BD4-EA0DC407EFF6}"/>
              </a:ext>
            </a:extLst>
          </p:cNvPr>
          <p:cNvSpPr txBox="1"/>
          <p:nvPr/>
        </p:nvSpPr>
        <p:spPr>
          <a:xfrm>
            <a:off x="4216213" y="1271016"/>
            <a:ext cx="3729093" cy="261605"/>
          </a:xfrm>
          <a:prstGeom prst="rect">
            <a:avLst/>
          </a:prstGeom>
          <a:noFill/>
        </p:spPr>
        <p:txBody>
          <a:bodyPr wrap="square" lIns="0" tIns="0" rIns="0" bIns="0">
            <a:spAutoFit/>
          </a:bodyPr>
          <a:lstStyle/>
          <a:p>
            <a:pPr algn="ctr"/>
            <a:r>
              <a:rPr lang="en-NZ" sz="1700" b="1" dirty="0">
                <a:solidFill>
                  <a:srgbClr val="E58B2E"/>
                </a:solidFill>
                <a:latin typeface="Aptos"/>
              </a:rPr>
              <a:t>T</a:t>
            </a:r>
            <a:r>
              <a:rPr sz="1700" b="1" dirty="0">
                <a:solidFill>
                  <a:srgbClr val="E58B2E"/>
                </a:solidFill>
                <a:latin typeface="Aptos"/>
              </a:rPr>
              <a:t>he circular mean follows the cluster.</a:t>
            </a:r>
          </a:p>
        </p:txBody>
      </p:sp>
    </p:spTree>
    <p:extLst>
      <p:ext uri="{BB962C8B-B14F-4D97-AF65-F5344CB8AC3E}">
        <p14:creationId xmlns:p14="http://schemas.microsoft.com/office/powerpoint/2010/main" val="1773827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9" grpId="1"/>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FIRST METHODOLOGICAL FORK</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Directional data are not the same as axial data</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grpSp>
        <p:nvGrpSpPr>
          <p:cNvPr id="15" name="Group 14">
            <a:extLst>
              <a:ext uri="{FF2B5EF4-FFF2-40B4-BE49-F238E27FC236}">
                <a16:creationId xmlns:a16="http://schemas.microsoft.com/office/drawing/2014/main" id="{6D8CF04A-8CFC-6257-5BBC-90EC81523FED}"/>
              </a:ext>
            </a:extLst>
          </p:cNvPr>
          <p:cNvGrpSpPr/>
          <p:nvPr/>
        </p:nvGrpSpPr>
        <p:grpSpPr>
          <a:xfrm>
            <a:off x="731520" y="1691640"/>
            <a:ext cx="3749040" cy="2286000"/>
            <a:chOff x="731520" y="1691640"/>
            <a:chExt cx="3749040" cy="2286000"/>
          </a:xfrm>
        </p:grpSpPr>
        <p:sp>
          <p:nvSpPr>
            <p:cNvPr id="5" name="Shape 3"/>
            <p:cNvSpPr/>
            <p:nvPr/>
          </p:nvSpPr>
          <p:spPr>
            <a:xfrm>
              <a:off x="2743200" y="3044952"/>
              <a:ext cx="1005840" cy="0"/>
            </a:xfrm>
            <a:prstGeom prst="line">
              <a:avLst/>
            </a:prstGeom>
            <a:noFill/>
            <a:ln w="15240">
              <a:solidFill>
                <a:srgbClr val="CBD5E1"/>
              </a:solidFill>
              <a:prstDash val="solid"/>
              <a:tailEnd type="triangle"/>
            </a:ln>
          </p:spPr>
          <p:txBody>
            <a:bodyPr/>
            <a:lstStyle/>
            <a:p>
              <a:endParaRPr lang="en-US"/>
            </a:p>
          </p:txBody>
        </p:sp>
        <p:sp>
          <p:nvSpPr>
            <p:cNvPr id="7" name="Text 5"/>
            <p:cNvSpPr/>
            <p:nvPr/>
          </p:nvSpPr>
          <p:spPr>
            <a:xfrm>
              <a:off x="731520" y="1691640"/>
              <a:ext cx="3749040" cy="457200"/>
            </a:xfrm>
            <a:prstGeom prst="rect">
              <a:avLst/>
            </a:prstGeom>
            <a:noFill/>
            <a:ln/>
          </p:spPr>
          <p:txBody>
            <a:bodyPr wrap="square" lIns="0" tIns="0" rIns="0" bIns="0" rtlCol="0" anchor="ctr"/>
            <a:lstStyle/>
            <a:p>
              <a:pPr marL="0" indent="0">
                <a:buNone/>
              </a:pPr>
              <a:r>
                <a:rPr lang="en-US" sz="3200" b="1" dirty="0">
                  <a:solidFill>
                    <a:srgbClr val="1C7C7D"/>
                  </a:solidFill>
                </a:rPr>
                <a:t>Directional</a:t>
              </a:r>
              <a:endParaRPr lang="en-US" sz="3200" dirty="0"/>
            </a:p>
          </p:txBody>
        </p:sp>
        <p:sp>
          <p:nvSpPr>
            <p:cNvPr id="8" name="Text 6"/>
            <p:cNvSpPr/>
            <p:nvPr/>
          </p:nvSpPr>
          <p:spPr>
            <a:xfrm>
              <a:off x="731520" y="2606040"/>
              <a:ext cx="3749040" cy="1371600"/>
            </a:xfrm>
            <a:prstGeom prst="rect">
              <a:avLst/>
            </a:prstGeom>
            <a:solidFill>
              <a:srgbClr val="E6FFFB"/>
            </a:solidFill>
            <a:ln w="12700">
              <a:solidFill>
                <a:srgbClr val="1C7C7D"/>
              </a:solidFill>
            </a:ln>
          </p:spPr>
          <p:txBody>
            <a:bodyPr wrap="square" lIns="762" tIns="762" rIns="762" bIns="762" rtlCol="0" anchor="ctr"/>
            <a:lstStyle/>
            <a:p>
              <a:pPr marL="0" indent="0" algn="ctr">
                <a:buNone/>
              </a:pPr>
              <a:r>
                <a:rPr lang="en-US" sz="2800" dirty="0">
                  <a:solidFill>
                    <a:srgbClr val="1E293B"/>
                  </a:solidFill>
                </a:rPr>
                <a:t>A meaningful arrow</a:t>
              </a:r>
              <a:endParaRPr lang="en-US" sz="2800" dirty="0"/>
            </a:p>
            <a:p>
              <a:pPr marL="0" indent="0" algn="ctr">
                <a:buNone/>
              </a:pPr>
              <a:r>
                <a:rPr lang="en-US" sz="2800" dirty="0">
                  <a:solidFill>
                    <a:srgbClr val="1E293B"/>
                  </a:solidFill>
                </a:rPr>
                <a:t>entrance → apse</a:t>
              </a:r>
              <a:endParaRPr lang="en-US" sz="2800" dirty="0"/>
            </a:p>
            <a:p>
              <a:pPr marL="0" indent="0" algn="ctr">
                <a:buNone/>
              </a:pPr>
              <a:r>
                <a:rPr lang="en-US" sz="2800" dirty="0">
                  <a:solidFill>
                    <a:srgbClr val="1E293B"/>
                  </a:solidFill>
                </a:rPr>
                <a:t>90° ≠ 270°</a:t>
              </a:r>
              <a:endParaRPr lang="en-US" sz="2800" dirty="0"/>
            </a:p>
          </p:txBody>
        </p:sp>
      </p:grpSp>
      <p:grpSp>
        <p:nvGrpSpPr>
          <p:cNvPr id="16" name="Group 15">
            <a:extLst>
              <a:ext uri="{FF2B5EF4-FFF2-40B4-BE49-F238E27FC236}">
                <a16:creationId xmlns:a16="http://schemas.microsoft.com/office/drawing/2014/main" id="{31D5AB57-302E-BBB5-71D1-1E22521BABF7}"/>
              </a:ext>
            </a:extLst>
          </p:cNvPr>
          <p:cNvGrpSpPr/>
          <p:nvPr/>
        </p:nvGrpSpPr>
        <p:grpSpPr>
          <a:xfrm>
            <a:off x="7574280" y="1691640"/>
            <a:ext cx="3764280" cy="2286000"/>
            <a:chOff x="7574280" y="1691640"/>
            <a:chExt cx="3764280" cy="2286000"/>
          </a:xfrm>
        </p:grpSpPr>
        <p:sp>
          <p:nvSpPr>
            <p:cNvPr id="6" name="Shape 4"/>
            <p:cNvSpPr/>
            <p:nvPr/>
          </p:nvSpPr>
          <p:spPr>
            <a:xfrm>
              <a:off x="9052560" y="3044952"/>
              <a:ext cx="0" cy="0"/>
            </a:xfrm>
            <a:prstGeom prst="line">
              <a:avLst/>
            </a:prstGeom>
            <a:noFill/>
            <a:ln w="15240">
              <a:solidFill>
                <a:srgbClr val="CBD5E1"/>
              </a:solidFill>
              <a:prstDash val="solid"/>
              <a:tailEnd type="triangle"/>
            </a:ln>
          </p:spPr>
          <p:txBody>
            <a:bodyPr/>
            <a:lstStyle/>
            <a:p>
              <a:endParaRPr lang="en-US"/>
            </a:p>
          </p:txBody>
        </p:sp>
        <p:sp>
          <p:nvSpPr>
            <p:cNvPr id="9" name="Text 7"/>
            <p:cNvSpPr/>
            <p:nvPr/>
          </p:nvSpPr>
          <p:spPr>
            <a:xfrm>
              <a:off x="7589520" y="1691640"/>
              <a:ext cx="3749040" cy="457200"/>
            </a:xfrm>
            <a:prstGeom prst="rect">
              <a:avLst/>
            </a:prstGeom>
            <a:noFill/>
            <a:ln/>
          </p:spPr>
          <p:txBody>
            <a:bodyPr wrap="square" lIns="0" tIns="0" rIns="0" bIns="0" rtlCol="0" anchor="ctr"/>
            <a:lstStyle/>
            <a:p>
              <a:pPr marL="0" indent="0">
                <a:buNone/>
              </a:pPr>
              <a:r>
                <a:rPr lang="en-US" sz="3200" b="1" dirty="0">
                  <a:solidFill>
                    <a:srgbClr val="C96D32"/>
                  </a:solidFill>
                </a:rPr>
                <a:t>Axial</a:t>
              </a:r>
              <a:endParaRPr lang="en-US" sz="3200" dirty="0"/>
            </a:p>
          </p:txBody>
        </p:sp>
        <p:sp>
          <p:nvSpPr>
            <p:cNvPr id="10" name="Text 8"/>
            <p:cNvSpPr/>
            <p:nvPr/>
          </p:nvSpPr>
          <p:spPr>
            <a:xfrm>
              <a:off x="7574280" y="2606040"/>
              <a:ext cx="3749040" cy="1371600"/>
            </a:xfrm>
            <a:prstGeom prst="rect">
              <a:avLst/>
            </a:prstGeom>
            <a:solidFill>
              <a:srgbClr val="FFF8E8"/>
            </a:solidFill>
            <a:ln w="12700">
              <a:solidFill>
                <a:srgbClr val="D99A2B"/>
              </a:solidFill>
            </a:ln>
          </p:spPr>
          <p:txBody>
            <a:bodyPr wrap="square" lIns="762" tIns="762" rIns="762" bIns="762" rtlCol="0" anchor="ctr"/>
            <a:lstStyle/>
            <a:p>
              <a:pPr marL="0" indent="0" algn="ctr">
                <a:buNone/>
              </a:pPr>
              <a:r>
                <a:rPr lang="en-US" sz="2800" dirty="0">
                  <a:solidFill>
                    <a:srgbClr val="1E293B"/>
                  </a:solidFill>
                </a:rPr>
                <a:t>No meaningful arrow</a:t>
              </a:r>
              <a:endParaRPr lang="en-US" sz="2800" dirty="0"/>
            </a:p>
            <a:p>
              <a:pPr marL="0" indent="0" algn="ctr">
                <a:buNone/>
              </a:pPr>
              <a:r>
                <a:rPr lang="en-US" sz="2800" dirty="0">
                  <a:solidFill>
                    <a:srgbClr val="1E293B"/>
                  </a:solidFill>
                </a:rPr>
                <a:t>axis only</a:t>
              </a:r>
              <a:endParaRPr lang="en-US" sz="2800" dirty="0"/>
            </a:p>
            <a:p>
              <a:pPr marL="0" indent="0" algn="ctr">
                <a:buNone/>
              </a:pPr>
              <a:r>
                <a:rPr lang="en-US" sz="2800" dirty="0">
                  <a:solidFill>
                    <a:srgbClr val="1E293B"/>
                  </a:solidFill>
                </a:rPr>
                <a:t>20° = 200°</a:t>
              </a:r>
              <a:endParaRPr lang="en-US" sz="2800" dirty="0"/>
            </a:p>
          </p:txBody>
        </p:sp>
      </p:grpSp>
      <p:sp>
        <p:nvSpPr>
          <p:cNvPr id="11" name="Text 9"/>
          <p:cNvSpPr/>
          <p:nvPr/>
        </p:nvSpPr>
        <p:spPr>
          <a:xfrm>
            <a:off x="510871" y="5166360"/>
            <a:ext cx="11231217" cy="566928"/>
          </a:xfrm>
          <a:prstGeom prst="rect">
            <a:avLst/>
          </a:prstGeom>
          <a:solidFill>
            <a:srgbClr val="EFF6FF"/>
          </a:solidFill>
          <a:ln w="15240">
            <a:solidFill>
              <a:srgbClr val="1F4E79"/>
            </a:solidFill>
          </a:ln>
        </p:spPr>
        <p:txBody>
          <a:bodyPr wrap="square" lIns="1778" tIns="1778" rIns="1778" bIns="1778" rtlCol="0" anchor="ctr">
            <a:noAutofit/>
          </a:bodyPr>
          <a:lstStyle/>
          <a:p>
            <a:pPr marL="0" indent="0" algn="ctr">
              <a:buNone/>
            </a:pPr>
            <a:r>
              <a:rPr lang="en-US" sz="2400" dirty="0">
                <a:solidFill>
                  <a:srgbClr val="1E293B"/>
                </a:solidFill>
                <a:latin typeface="Aptos" pitchFamily="34" charset="0"/>
                <a:ea typeface="Aptos" pitchFamily="34" charset="-122"/>
                <a:cs typeface="Aptos" pitchFamily="34" charset="-120"/>
              </a:rPr>
              <a:t>For Dataset 1, we define church orientation as entrance → apse, so it is directional.</a:t>
            </a:r>
            <a:endParaRPr lang="en-US" sz="2400" dirty="0"/>
          </a:p>
        </p:txBody>
      </p:sp>
      <p:sp>
        <p:nvSpPr>
          <p:cNvPr id="12" name="Shape 10"/>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3" name="Text 11"/>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Circular-statistics fundamentals</a:t>
            </a:r>
            <a:endParaRPr lang="en-US" sz="750" dirty="0"/>
          </a:p>
        </p:txBody>
      </p:sp>
      <p:sp>
        <p:nvSpPr>
          <p:cNvPr id="14" name="TextBox 13"/>
          <p:cNvSpPr txBox="1"/>
          <p:nvPr/>
        </p:nvSpPr>
        <p:spPr>
          <a:xfrm>
            <a:off x="11064240" y="6556248"/>
            <a:ext cx="502920" cy="182880"/>
          </a:xfrm>
          <a:prstGeom prst="rect">
            <a:avLst/>
          </a:prstGeom>
          <a:noFill/>
        </p:spPr>
        <p:txBody>
          <a:bodyPr wrap="none">
            <a:spAutoFit/>
          </a:bodyPr>
          <a:lstStyle/>
          <a:p>
            <a:pPr algn="r"/>
            <a:fld id="{AED7F02D-1380-4198-8F09-C3AF29813464}" type="slidenum">
              <a:rPr lang="en-US" sz="700">
                <a:solidFill>
                  <a:srgbClr val="6E7B86"/>
                </a:solidFill>
              </a:rPr>
              <a:t>10</a:t>
            </a:fld>
            <a:endParaRPr lang="en-US" sz="700">
              <a:solidFill>
                <a:srgbClr val="6E7B8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GEOGRAPHIC DIRECTIONS</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The workshop azimuth convention</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8205767" y="1307836"/>
            <a:ext cx="1828800" cy="548640"/>
          </a:xfrm>
          <a:prstGeom prst="rect">
            <a:avLst/>
          </a:prstGeom>
          <a:noFill/>
          <a:ln/>
        </p:spPr>
        <p:txBody>
          <a:bodyPr wrap="square" lIns="0" tIns="0" rIns="0" bIns="0" rtlCol="0" anchor="ctr"/>
          <a:lstStyle/>
          <a:p>
            <a:pPr marL="0" indent="0" algn="ctr">
              <a:buNone/>
            </a:pPr>
            <a:r>
              <a:rPr lang="en-US" sz="2300" b="1" dirty="0">
                <a:solidFill>
                  <a:srgbClr val="17324D"/>
                </a:solidFill>
              </a:rPr>
              <a:t>0°</a:t>
            </a:r>
            <a:endParaRPr lang="en-US" sz="2300" dirty="0"/>
          </a:p>
          <a:p>
            <a:pPr marL="0" indent="0" algn="ctr">
              <a:buNone/>
            </a:pPr>
            <a:r>
              <a:rPr lang="en-US" sz="2300" b="1" dirty="0">
                <a:solidFill>
                  <a:srgbClr val="17324D"/>
                </a:solidFill>
              </a:rPr>
              <a:t>North</a:t>
            </a:r>
            <a:endParaRPr lang="en-US" sz="2300" dirty="0"/>
          </a:p>
        </p:txBody>
      </p:sp>
      <p:sp>
        <p:nvSpPr>
          <p:cNvPr id="6" name="Text 4"/>
          <p:cNvSpPr/>
          <p:nvPr/>
        </p:nvSpPr>
        <p:spPr>
          <a:xfrm>
            <a:off x="10628927" y="2889748"/>
            <a:ext cx="1828800" cy="548640"/>
          </a:xfrm>
          <a:prstGeom prst="rect">
            <a:avLst/>
          </a:prstGeom>
          <a:noFill/>
          <a:ln/>
        </p:spPr>
        <p:txBody>
          <a:bodyPr wrap="square" lIns="0" tIns="0" rIns="0" bIns="0" rtlCol="0" anchor="ctr"/>
          <a:lstStyle/>
          <a:p>
            <a:pPr marL="0" indent="0" algn="ctr">
              <a:buNone/>
            </a:pPr>
            <a:r>
              <a:rPr lang="en-US" sz="2300" b="1" dirty="0">
                <a:solidFill>
                  <a:srgbClr val="17324D"/>
                </a:solidFill>
              </a:rPr>
              <a:t>90°</a:t>
            </a:r>
            <a:endParaRPr lang="en-US" sz="2300" dirty="0"/>
          </a:p>
          <a:p>
            <a:pPr marL="0" indent="0" algn="ctr">
              <a:buNone/>
            </a:pPr>
            <a:r>
              <a:rPr lang="en-US" sz="2300" b="1" dirty="0">
                <a:solidFill>
                  <a:srgbClr val="17324D"/>
                </a:solidFill>
              </a:rPr>
              <a:t>East</a:t>
            </a:r>
            <a:endParaRPr lang="en-US" sz="2300" dirty="0"/>
          </a:p>
        </p:txBody>
      </p:sp>
      <p:sp>
        <p:nvSpPr>
          <p:cNvPr id="7" name="Text 5"/>
          <p:cNvSpPr/>
          <p:nvPr/>
        </p:nvSpPr>
        <p:spPr>
          <a:xfrm>
            <a:off x="8504244" y="4579683"/>
            <a:ext cx="1828800" cy="548640"/>
          </a:xfrm>
          <a:prstGeom prst="rect">
            <a:avLst/>
          </a:prstGeom>
          <a:noFill/>
          <a:ln/>
        </p:spPr>
        <p:txBody>
          <a:bodyPr wrap="square" lIns="0" tIns="0" rIns="0" bIns="0" rtlCol="0" anchor="ctr"/>
          <a:lstStyle/>
          <a:p>
            <a:pPr marL="0" indent="0" algn="ctr">
              <a:buNone/>
            </a:pPr>
            <a:r>
              <a:rPr lang="en-US" sz="2300" b="1" dirty="0">
                <a:solidFill>
                  <a:srgbClr val="17324D"/>
                </a:solidFill>
              </a:rPr>
              <a:t>180°</a:t>
            </a:r>
            <a:endParaRPr lang="en-US" sz="2300" dirty="0"/>
          </a:p>
          <a:p>
            <a:pPr marL="0" indent="0" algn="ctr">
              <a:buNone/>
            </a:pPr>
            <a:r>
              <a:rPr lang="en-US" sz="2300" b="1" dirty="0">
                <a:solidFill>
                  <a:srgbClr val="17324D"/>
                </a:solidFill>
              </a:rPr>
              <a:t>South</a:t>
            </a:r>
            <a:endParaRPr lang="en-US" sz="2300" dirty="0"/>
          </a:p>
        </p:txBody>
      </p:sp>
      <p:sp>
        <p:nvSpPr>
          <p:cNvPr id="8" name="Text 6"/>
          <p:cNvSpPr/>
          <p:nvPr/>
        </p:nvSpPr>
        <p:spPr>
          <a:xfrm>
            <a:off x="6091070" y="3164068"/>
            <a:ext cx="1828800" cy="548640"/>
          </a:xfrm>
          <a:prstGeom prst="rect">
            <a:avLst/>
          </a:prstGeom>
          <a:noFill/>
          <a:ln/>
        </p:spPr>
        <p:txBody>
          <a:bodyPr wrap="square" lIns="0" tIns="0" rIns="0" bIns="0" rtlCol="0" anchor="ctr"/>
          <a:lstStyle/>
          <a:p>
            <a:pPr marL="0" indent="0" algn="ctr">
              <a:buNone/>
            </a:pPr>
            <a:r>
              <a:rPr lang="en-US" sz="2300" b="1" dirty="0">
                <a:solidFill>
                  <a:srgbClr val="17324D"/>
                </a:solidFill>
              </a:rPr>
              <a:t>270°</a:t>
            </a:r>
            <a:endParaRPr lang="en-US" sz="2300" dirty="0"/>
          </a:p>
          <a:p>
            <a:pPr marL="0" indent="0" algn="ctr">
              <a:buNone/>
            </a:pPr>
            <a:r>
              <a:rPr lang="en-US" sz="2300" b="1" dirty="0">
                <a:solidFill>
                  <a:srgbClr val="17324D"/>
                </a:solidFill>
              </a:rPr>
              <a:t>West</a:t>
            </a:r>
            <a:endParaRPr lang="en-US" sz="2300" dirty="0"/>
          </a:p>
        </p:txBody>
      </p:sp>
      <p:sp>
        <p:nvSpPr>
          <p:cNvPr id="9" name="Text 7"/>
          <p:cNvSpPr/>
          <p:nvPr/>
        </p:nvSpPr>
        <p:spPr>
          <a:xfrm>
            <a:off x="275491" y="1382615"/>
            <a:ext cx="6218209" cy="1781453"/>
          </a:xfrm>
          <a:prstGeom prst="rect">
            <a:avLst/>
          </a:prstGeom>
          <a:solidFill>
            <a:srgbClr val="F1F5F9"/>
          </a:solidFill>
          <a:ln w="10160">
            <a:solidFill>
              <a:srgbClr val="CBD5E1"/>
            </a:solidFill>
          </a:ln>
        </p:spPr>
        <p:txBody>
          <a:bodyPr wrap="square" lIns="1524" tIns="1524" rIns="1524" bIns="1524" rtlCol="0" anchor="ctr">
            <a:noAutofit/>
          </a:bodyPr>
          <a:lstStyle/>
          <a:p>
            <a:pPr marL="0" indent="0">
              <a:buNone/>
            </a:pPr>
            <a:r>
              <a:rPr lang="en-US" sz="3000" dirty="0">
                <a:solidFill>
                  <a:srgbClr val="0F172A"/>
                </a:solidFill>
                <a:latin typeface="Courier New" pitchFamily="34" charset="0"/>
                <a:ea typeface="Courier New" pitchFamily="34" charset="-122"/>
                <a:cs typeface="Courier New" pitchFamily="34" charset="-120"/>
              </a:rPr>
              <a:t>circular(azimuth_deg,</a:t>
            </a:r>
            <a:endParaRPr lang="en-US" sz="3000" dirty="0"/>
          </a:p>
          <a:p>
            <a:pPr marL="0" indent="0">
              <a:buNone/>
            </a:pPr>
            <a:r>
              <a:rPr lang="en-US" sz="3000" dirty="0">
                <a:solidFill>
                  <a:srgbClr val="0F172A"/>
                </a:solidFill>
                <a:latin typeface="Courier New" pitchFamily="34" charset="0"/>
                <a:ea typeface="Courier New" pitchFamily="34" charset="-122"/>
                <a:cs typeface="Courier New" pitchFamily="34" charset="-120"/>
              </a:rPr>
              <a:t>  units = "degrees",</a:t>
            </a:r>
            <a:endParaRPr lang="en-US" sz="3000" dirty="0"/>
          </a:p>
          <a:p>
            <a:pPr marL="0" indent="0">
              <a:buNone/>
            </a:pPr>
            <a:r>
              <a:rPr lang="en-US" sz="3000" dirty="0">
                <a:solidFill>
                  <a:srgbClr val="0F172A"/>
                </a:solidFill>
                <a:latin typeface="Courier New" pitchFamily="34" charset="0"/>
                <a:ea typeface="Courier New" pitchFamily="34" charset="-122"/>
                <a:cs typeface="Courier New" pitchFamily="34" charset="-120"/>
              </a:rPr>
              <a:t>  template = "geographics",</a:t>
            </a:r>
            <a:endParaRPr lang="en-US" sz="3000" dirty="0"/>
          </a:p>
          <a:p>
            <a:pPr marL="0" indent="0">
              <a:buNone/>
            </a:pPr>
            <a:r>
              <a:rPr lang="en-US" sz="3000" dirty="0">
                <a:solidFill>
                  <a:srgbClr val="0F172A"/>
                </a:solidFill>
                <a:latin typeface="Courier New" pitchFamily="34" charset="0"/>
                <a:ea typeface="Courier New" pitchFamily="34" charset="-122"/>
                <a:cs typeface="Courier New" pitchFamily="34" charset="-120"/>
              </a:rPr>
              <a:t>  modulo = "2pi")</a:t>
            </a:r>
            <a:endParaRPr lang="en-US" sz="3000" dirty="0"/>
          </a:p>
        </p:txBody>
      </p:sp>
      <p:sp>
        <p:nvSpPr>
          <p:cNvPr id="10" name="Text 8"/>
          <p:cNvSpPr/>
          <p:nvPr/>
        </p:nvSpPr>
        <p:spPr>
          <a:xfrm>
            <a:off x="7239649" y="5824728"/>
            <a:ext cx="4357991" cy="658368"/>
          </a:xfrm>
          <a:prstGeom prst="rect">
            <a:avLst/>
          </a:prstGeom>
          <a:solidFill>
            <a:srgbClr val="FFF8E8"/>
          </a:solidFill>
          <a:ln w="15240">
            <a:solidFill>
              <a:srgbClr val="D99A2B"/>
            </a:solidFill>
          </a:ln>
        </p:spPr>
        <p:txBody>
          <a:bodyPr wrap="square" lIns="1778" tIns="1778" rIns="1778" bIns="1778" rtlCol="0" anchor="ctr">
            <a:noAutofit/>
          </a:bodyPr>
          <a:lstStyle/>
          <a:p>
            <a:pPr marL="0" indent="0" algn="ctr">
              <a:buNone/>
            </a:pPr>
            <a:r>
              <a:rPr lang="en-US" sz="2000" dirty="0">
                <a:solidFill>
                  <a:srgbClr val="1E293B"/>
                </a:solidFill>
                <a:latin typeface="Aptos" pitchFamily="34" charset="0"/>
                <a:ea typeface="Aptos" pitchFamily="34" charset="-122"/>
                <a:cs typeface="Aptos" pitchFamily="34" charset="-120"/>
              </a:rPr>
              <a:t>Angles increase clockwise. This matches normal geographic azimuths.</a:t>
            </a:r>
            <a:endParaRPr lang="en-US" sz="2000" dirty="0"/>
          </a:p>
        </p:txBody>
      </p:sp>
      <p:sp>
        <p:nvSpPr>
          <p:cNvPr id="11" name="Shape 9"/>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2" name="Text 10"/>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Circular-statistics fundamentals</a:t>
            </a:r>
            <a:endParaRPr lang="en-US" sz="750" dirty="0"/>
          </a:p>
        </p:txBody>
      </p:sp>
      <p:sp>
        <p:nvSpPr>
          <p:cNvPr id="13" name="TextBox 12"/>
          <p:cNvSpPr txBox="1"/>
          <p:nvPr/>
        </p:nvSpPr>
        <p:spPr>
          <a:xfrm>
            <a:off x="11064240" y="6556248"/>
            <a:ext cx="502920" cy="182880"/>
          </a:xfrm>
          <a:prstGeom prst="rect">
            <a:avLst/>
          </a:prstGeom>
          <a:noFill/>
        </p:spPr>
        <p:txBody>
          <a:bodyPr wrap="none">
            <a:spAutoFit/>
          </a:bodyPr>
          <a:lstStyle/>
          <a:p>
            <a:pPr algn="r"/>
            <a:fld id="{A5C816CC-FCDF-4913-8095-AA4F3EEBA2EF}" type="slidenum">
              <a:rPr lang="en-US" sz="700">
                <a:solidFill>
                  <a:srgbClr val="6E7B86"/>
                </a:solidFill>
              </a:rPr>
              <a:t>11</a:t>
            </a:fld>
            <a:endParaRPr lang="en-US" sz="700">
              <a:solidFill>
                <a:srgbClr val="6E7B86"/>
              </a:solidFill>
            </a:endParaRPr>
          </a:p>
        </p:txBody>
      </p:sp>
      <p:sp>
        <p:nvSpPr>
          <p:cNvPr id="14" name="Arc 13">
            <a:extLst>
              <a:ext uri="{FF2B5EF4-FFF2-40B4-BE49-F238E27FC236}">
                <a16:creationId xmlns:a16="http://schemas.microsoft.com/office/drawing/2014/main" id="{5E281B8E-8640-7A8A-E449-B4DD57914F63}"/>
              </a:ext>
            </a:extLst>
          </p:cNvPr>
          <p:cNvSpPr/>
          <p:nvPr/>
        </p:nvSpPr>
        <p:spPr>
          <a:xfrm>
            <a:off x="8732520" y="1577340"/>
            <a:ext cx="2604094" cy="2140182"/>
          </a:xfrm>
          <a:prstGeom prst="arc">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16" name="Arc 15">
            <a:extLst>
              <a:ext uri="{FF2B5EF4-FFF2-40B4-BE49-F238E27FC236}">
                <a16:creationId xmlns:a16="http://schemas.microsoft.com/office/drawing/2014/main" id="{914C4102-9271-E83B-FF7F-3B232B568783}"/>
              </a:ext>
            </a:extLst>
          </p:cNvPr>
          <p:cNvSpPr/>
          <p:nvPr/>
        </p:nvSpPr>
        <p:spPr>
          <a:xfrm rot="5400000">
            <a:off x="8964476" y="2488142"/>
            <a:ext cx="2604094" cy="2140182"/>
          </a:xfrm>
          <a:prstGeom prst="arc">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18" name="Arc 17">
            <a:extLst>
              <a:ext uri="{FF2B5EF4-FFF2-40B4-BE49-F238E27FC236}">
                <a16:creationId xmlns:a16="http://schemas.microsoft.com/office/drawing/2014/main" id="{E1034B5F-437A-81D1-FF77-7E0F4D14777A}"/>
              </a:ext>
            </a:extLst>
          </p:cNvPr>
          <p:cNvSpPr/>
          <p:nvPr/>
        </p:nvSpPr>
        <p:spPr>
          <a:xfrm rot="10800000">
            <a:off x="7049586" y="2777879"/>
            <a:ext cx="2604094" cy="2140182"/>
          </a:xfrm>
          <a:prstGeom prst="arc">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20" name="Arc 19">
            <a:extLst>
              <a:ext uri="{FF2B5EF4-FFF2-40B4-BE49-F238E27FC236}">
                <a16:creationId xmlns:a16="http://schemas.microsoft.com/office/drawing/2014/main" id="{796EF731-2FD4-5B43-ECB6-5F3A44163C3A}"/>
              </a:ext>
            </a:extLst>
          </p:cNvPr>
          <p:cNvSpPr/>
          <p:nvPr/>
        </p:nvSpPr>
        <p:spPr>
          <a:xfrm rot="16200000">
            <a:off x="6699075" y="1859343"/>
            <a:ext cx="2604094" cy="2140182"/>
          </a:xfrm>
          <a:prstGeom prst="arc">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22" name="Text 7">
            <a:extLst>
              <a:ext uri="{FF2B5EF4-FFF2-40B4-BE49-F238E27FC236}">
                <a16:creationId xmlns:a16="http://schemas.microsoft.com/office/drawing/2014/main" id="{EF822FEC-69D7-E82A-D400-C6E863822F40}"/>
              </a:ext>
            </a:extLst>
          </p:cNvPr>
          <p:cNvSpPr/>
          <p:nvPr/>
        </p:nvSpPr>
        <p:spPr>
          <a:xfrm>
            <a:off x="322346" y="3599528"/>
            <a:ext cx="6218209" cy="2259149"/>
          </a:xfrm>
          <a:prstGeom prst="rect">
            <a:avLst/>
          </a:prstGeom>
          <a:solidFill>
            <a:srgbClr val="F1F5F9"/>
          </a:solidFill>
          <a:ln w="10160">
            <a:solidFill>
              <a:srgbClr val="CBD5E1"/>
            </a:solidFill>
          </a:ln>
        </p:spPr>
        <p:txBody>
          <a:bodyPr wrap="square" lIns="1524" tIns="1524" rIns="1524" bIns="1524" rtlCol="0" anchor="ctr">
            <a:noAutofit/>
          </a:bodyPr>
          <a:lstStyle/>
          <a:p>
            <a:r>
              <a:rPr lang="en-US" dirty="0">
                <a:latin typeface="Courier New" panose="02070309020205020404" pitchFamily="49" charset="0"/>
                <a:cs typeface="Courier New" panose="02070309020205020404" pitchFamily="49" charset="0"/>
              </a:rPr>
              <a:t>circular(x, type = c("angles", "directions"), </a:t>
            </a:r>
          </a:p>
          <a:p>
            <a:r>
              <a:rPr lang="en-US" dirty="0">
                <a:latin typeface="Courier New" panose="02070309020205020404" pitchFamily="49" charset="0"/>
                <a:cs typeface="Courier New" panose="02070309020205020404" pitchFamily="49" charset="0"/>
              </a:rPr>
              <a:t>  units = c("radians", "degrees", "hours"),</a:t>
            </a:r>
          </a:p>
          <a:p>
            <a:r>
              <a:rPr lang="en-US" dirty="0">
                <a:latin typeface="Courier New" panose="02070309020205020404" pitchFamily="49" charset="0"/>
                <a:cs typeface="Courier New" panose="02070309020205020404" pitchFamily="49" charset="0"/>
              </a:rPr>
              <a:t>  template = c("none", "geographics", "clock12", "clock24"),</a:t>
            </a:r>
          </a:p>
          <a:p>
            <a:r>
              <a:rPr lang="en-US" dirty="0">
                <a:latin typeface="Courier New" panose="02070309020205020404" pitchFamily="49" charset="0"/>
                <a:cs typeface="Courier New" panose="02070309020205020404" pitchFamily="49" charset="0"/>
              </a:rPr>
              <a:t>  modulo = c("</a:t>
            </a:r>
            <a:r>
              <a:rPr lang="en-US" dirty="0" err="1">
                <a:latin typeface="Courier New" panose="02070309020205020404" pitchFamily="49" charset="0"/>
                <a:cs typeface="Courier New" panose="02070309020205020404" pitchFamily="49" charset="0"/>
              </a:rPr>
              <a:t>asis</a:t>
            </a:r>
            <a:r>
              <a:rPr lang="en-US" dirty="0">
                <a:latin typeface="Courier New" panose="02070309020205020404" pitchFamily="49" charset="0"/>
                <a:cs typeface="Courier New" panose="02070309020205020404" pitchFamily="49" charset="0"/>
              </a:rPr>
              <a:t>", "2pi", "pi"), </a:t>
            </a:r>
          </a:p>
          <a:p>
            <a:r>
              <a:rPr lang="en-US" dirty="0">
                <a:latin typeface="Courier New" panose="02070309020205020404" pitchFamily="49" charset="0"/>
                <a:cs typeface="Courier New" panose="02070309020205020404" pitchFamily="49" charset="0"/>
              </a:rPr>
              <a:t>  zero = 0, rotation = c("counter", "clock"), names)</a:t>
            </a:r>
          </a:p>
          <a:p>
            <a:pPr marL="0" indent="0">
              <a:buNone/>
            </a:pPr>
            <a:endParaRPr lang="en-US" sz="1200" dirty="0">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100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1000"/>
                                        <p:tgtEl>
                                          <p:spTgt spid="14"/>
                                        </p:tgtEl>
                                      </p:cBhvr>
                                    </p:animEffect>
                                  </p:childTnLst>
                                </p:cTn>
                              </p:par>
                            </p:childTnLst>
                          </p:cTn>
                        </p:par>
                        <p:par>
                          <p:cTn id="8" fill="hold">
                            <p:stCondLst>
                              <p:cond delay="2000"/>
                            </p:stCondLst>
                            <p:childTnLst>
                              <p:par>
                                <p:cTn id="9" presetID="1"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par>
                          <p:cTn id="11" fill="hold">
                            <p:stCondLst>
                              <p:cond delay="2000"/>
                            </p:stCondLst>
                            <p:childTnLst>
                              <p:par>
                                <p:cTn id="12" presetID="22" presetClass="entr" presetSubtype="1" fill="hold" grpId="0" nodeType="afterEffect">
                                  <p:stCondLst>
                                    <p:cond delay="1000"/>
                                  </p:stCondLst>
                                  <p:childTnLst>
                                    <p:set>
                                      <p:cBhvr>
                                        <p:cTn id="13" dur="1" fill="hold">
                                          <p:stCondLst>
                                            <p:cond delay="0"/>
                                          </p:stCondLst>
                                        </p:cTn>
                                        <p:tgtEl>
                                          <p:spTgt spid="16"/>
                                        </p:tgtEl>
                                        <p:attrNameLst>
                                          <p:attrName>style.visibility</p:attrName>
                                        </p:attrNameLst>
                                      </p:cBhvr>
                                      <p:to>
                                        <p:strVal val="visible"/>
                                      </p:to>
                                    </p:set>
                                    <p:animEffect transition="in" filter="wipe(up)">
                                      <p:cBhvr>
                                        <p:cTn id="14" dur="1000"/>
                                        <p:tgtEl>
                                          <p:spTgt spid="16"/>
                                        </p:tgtEl>
                                      </p:cBhvr>
                                    </p:animEffect>
                                  </p:childTnLst>
                                </p:cTn>
                              </p:par>
                            </p:childTnLst>
                          </p:cTn>
                        </p:par>
                        <p:par>
                          <p:cTn id="15" fill="hold">
                            <p:stCondLst>
                              <p:cond delay="4000"/>
                            </p:stCondLst>
                            <p:childTnLst>
                              <p:par>
                                <p:cTn id="16" presetID="1"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par>
                          <p:cTn id="18" fill="hold">
                            <p:stCondLst>
                              <p:cond delay="4000"/>
                            </p:stCondLst>
                            <p:childTnLst>
                              <p:par>
                                <p:cTn id="19" presetID="22" presetClass="entr" presetSubtype="2" fill="hold" grpId="0" nodeType="afterEffect">
                                  <p:stCondLst>
                                    <p:cond delay="1000"/>
                                  </p:stCondLst>
                                  <p:childTnLst>
                                    <p:set>
                                      <p:cBhvr>
                                        <p:cTn id="20" dur="1" fill="hold">
                                          <p:stCondLst>
                                            <p:cond delay="0"/>
                                          </p:stCondLst>
                                        </p:cTn>
                                        <p:tgtEl>
                                          <p:spTgt spid="18"/>
                                        </p:tgtEl>
                                        <p:attrNameLst>
                                          <p:attrName>style.visibility</p:attrName>
                                        </p:attrNameLst>
                                      </p:cBhvr>
                                      <p:to>
                                        <p:strVal val="visible"/>
                                      </p:to>
                                    </p:set>
                                    <p:animEffect transition="in" filter="wipe(right)">
                                      <p:cBhvr>
                                        <p:cTn id="21" dur="1000"/>
                                        <p:tgtEl>
                                          <p:spTgt spid="18"/>
                                        </p:tgtEl>
                                      </p:cBhvr>
                                    </p:animEffect>
                                  </p:childTnLst>
                                </p:cTn>
                              </p:par>
                            </p:childTnLst>
                          </p:cTn>
                        </p:par>
                        <p:par>
                          <p:cTn id="22" fill="hold">
                            <p:stCondLst>
                              <p:cond delay="6000"/>
                            </p:stCondLst>
                            <p:childTnLst>
                              <p:par>
                                <p:cTn id="23" presetID="1" presetClass="entr" presetSubtype="0"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par>
                          <p:cTn id="25" fill="hold">
                            <p:stCondLst>
                              <p:cond delay="6000"/>
                            </p:stCondLst>
                            <p:childTnLst>
                              <p:par>
                                <p:cTn id="26" presetID="22" presetClass="entr" presetSubtype="4" fill="hold" grpId="0" nodeType="afterEffect">
                                  <p:stCondLst>
                                    <p:cond delay="1000"/>
                                  </p:stCondLst>
                                  <p:childTnLst>
                                    <p:set>
                                      <p:cBhvr>
                                        <p:cTn id="27" dur="1" fill="hold">
                                          <p:stCondLst>
                                            <p:cond delay="0"/>
                                          </p:stCondLst>
                                        </p:cTn>
                                        <p:tgtEl>
                                          <p:spTgt spid="20"/>
                                        </p:tgtEl>
                                        <p:attrNameLst>
                                          <p:attrName>style.visibility</p:attrName>
                                        </p:attrNameLst>
                                      </p:cBhvr>
                                      <p:to>
                                        <p:strVal val="visible"/>
                                      </p:to>
                                    </p:set>
                                    <p:animEffect transition="in" filter="wipe(down)">
                                      <p:cBhvr>
                                        <p:cTn id="28" dur="1000"/>
                                        <p:tgtEl>
                                          <p:spTgt spid="20"/>
                                        </p:tgtEl>
                                      </p:cBhvr>
                                    </p:animEffect>
                                  </p:childTnLst>
                                </p:cTn>
                              </p:par>
                            </p:childTnLst>
                          </p:cTn>
                        </p:par>
                        <p:par>
                          <p:cTn id="29" fill="hold">
                            <p:stCondLst>
                              <p:cond delay="8000"/>
                            </p:stCondLst>
                            <p:childTnLst>
                              <p:par>
                                <p:cTn id="30" presetID="1" presetClass="entr" presetSubtype="0"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4" grpId="0" animBg="1"/>
      <p:bldP spid="16" grpId="0" animBg="1"/>
      <p:bldP spid="18" grpId="0" animBg="1"/>
      <p:bldP spid="20" grpId="0" animBg="1"/>
      <p:bldP spid="2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STATISTICAL WORKFLOW</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Plot first, test second</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777240" y="1417320"/>
            <a:ext cx="10515600" cy="457200"/>
          </a:xfrm>
          <a:prstGeom prst="rect">
            <a:avLst/>
          </a:prstGeom>
          <a:noFill/>
          <a:ln/>
        </p:spPr>
        <p:txBody>
          <a:bodyPr wrap="square" lIns="635" tIns="635" rIns="635" bIns="635" rtlCol="0" anchor="t">
            <a:normAutofit/>
          </a:bodyPr>
          <a:lstStyle/>
          <a:p>
            <a:pPr marL="0" indent="0" algn="l">
              <a:buNone/>
            </a:pPr>
            <a:r>
              <a:rPr lang="en-US" sz="2800" b="1" dirty="0">
                <a:solidFill>
                  <a:srgbClr val="17324D"/>
                </a:solidFill>
                <a:latin typeface="Aptos" pitchFamily="34" charset="0"/>
                <a:ea typeface="Aptos" pitchFamily="34" charset="-122"/>
                <a:cs typeface="Aptos" pitchFamily="34" charset="-120"/>
              </a:rPr>
              <a:t>Before a </a:t>
            </a:r>
            <a:r>
              <a:rPr lang="en-US" sz="2800" b="1" i="1" dirty="0">
                <a:solidFill>
                  <a:srgbClr val="17324D"/>
                </a:solidFill>
                <a:latin typeface="Aptos" pitchFamily="34" charset="0"/>
                <a:ea typeface="Aptos" pitchFamily="34" charset="-122"/>
                <a:cs typeface="Aptos" pitchFamily="34" charset="-120"/>
              </a:rPr>
              <a:t>p</a:t>
            </a:r>
            <a:r>
              <a:rPr lang="en-US" sz="2800" b="1" dirty="0">
                <a:solidFill>
                  <a:srgbClr val="17324D"/>
                </a:solidFill>
                <a:latin typeface="Aptos" pitchFamily="34" charset="0"/>
                <a:ea typeface="Aptos" pitchFamily="34" charset="-122"/>
                <a:cs typeface="Aptos" pitchFamily="34" charset="-120"/>
              </a:rPr>
              <a:t>-value, ask what kind of circular pattern you are seeing.</a:t>
            </a:r>
            <a:endParaRPr lang="en-US" sz="2800" dirty="0"/>
          </a:p>
        </p:txBody>
      </p:sp>
      <p:sp>
        <p:nvSpPr>
          <p:cNvPr id="6" name="Text 4"/>
          <p:cNvSpPr/>
          <p:nvPr/>
        </p:nvSpPr>
        <p:spPr>
          <a:xfrm>
            <a:off x="1005840" y="2377440"/>
            <a:ext cx="2743200" cy="384048"/>
          </a:xfrm>
          <a:prstGeom prst="rect">
            <a:avLst/>
          </a:prstGeom>
          <a:solidFill>
            <a:srgbClr val="EFF6FF"/>
          </a:solidFill>
          <a:ln w="10160">
            <a:solidFill>
              <a:srgbClr val="CBD5E1"/>
            </a:solidFill>
          </a:ln>
        </p:spPr>
        <p:txBody>
          <a:bodyPr wrap="square" lIns="1143" tIns="1143" rIns="1143" bIns="1143" rtlCol="0" anchor="ctr"/>
          <a:lstStyle/>
          <a:p>
            <a:pPr marL="0" indent="0" algn="ctr">
              <a:buNone/>
            </a:pPr>
            <a:r>
              <a:rPr lang="en-US" sz="2400" dirty="0">
                <a:solidFill>
                  <a:srgbClr val="1E293B"/>
                </a:solidFill>
              </a:rPr>
              <a:t>unimodal</a:t>
            </a:r>
            <a:endParaRPr lang="en-US" sz="2400" dirty="0"/>
          </a:p>
        </p:txBody>
      </p:sp>
      <p:sp>
        <p:nvSpPr>
          <p:cNvPr id="7" name="Text 5"/>
          <p:cNvSpPr/>
          <p:nvPr/>
        </p:nvSpPr>
        <p:spPr>
          <a:xfrm>
            <a:off x="4480560" y="2377440"/>
            <a:ext cx="2743200" cy="384048"/>
          </a:xfrm>
          <a:prstGeom prst="rect">
            <a:avLst/>
          </a:prstGeom>
          <a:solidFill>
            <a:srgbClr val="F8FAFC"/>
          </a:solidFill>
          <a:ln w="10160">
            <a:solidFill>
              <a:srgbClr val="CBD5E1"/>
            </a:solidFill>
          </a:ln>
        </p:spPr>
        <p:txBody>
          <a:bodyPr wrap="square" lIns="1143" tIns="1143" rIns="1143" bIns="1143" rtlCol="0" anchor="ctr"/>
          <a:lstStyle/>
          <a:p>
            <a:pPr marL="0" indent="0" algn="ctr">
              <a:buNone/>
            </a:pPr>
            <a:r>
              <a:rPr lang="en-US" sz="2400" dirty="0">
                <a:solidFill>
                  <a:srgbClr val="1E293B"/>
                </a:solidFill>
              </a:rPr>
              <a:t>bimodal</a:t>
            </a:r>
            <a:endParaRPr lang="en-US" sz="2400" dirty="0"/>
          </a:p>
        </p:txBody>
      </p:sp>
      <p:sp>
        <p:nvSpPr>
          <p:cNvPr id="8" name="Text 6"/>
          <p:cNvSpPr/>
          <p:nvPr/>
        </p:nvSpPr>
        <p:spPr>
          <a:xfrm>
            <a:off x="7955280" y="2377440"/>
            <a:ext cx="2743200" cy="384048"/>
          </a:xfrm>
          <a:prstGeom prst="rect">
            <a:avLst/>
          </a:prstGeom>
          <a:solidFill>
            <a:srgbClr val="EFF6FF"/>
          </a:solidFill>
          <a:ln w="10160">
            <a:solidFill>
              <a:srgbClr val="CBD5E1"/>
            </a:solidFill>
          </a:ln>
        </p:spPr>
        <p:txBody>
          <a:bodyPr wrap="square" lIns="1143" tIns="1143" rIns="1143" bIns="1143" rtlCol="0" anchor="ctr"/>
          <a:lstStyle/>
          <a:p>
            <a:pPr marL="0" indent="0" algn="ctr">
              <a:buNone/>
            </a:pPr>
            <a:r>
              <a:rPr lang="en-US" sz="2400" dirty="0">
                <a:solidFill>
                  <a:srgbClr val="1E293B"/>
                </a:solidFill>
              </a:rPr>
              <a:t>multimodal</a:t>
            </a:r>
            <a:endParaRPr lang="en-US" sz="2400" dirty="0"/>
          </a:p>
        </p:txBody>
      </p:sp>
      <p:sp>
        <p:nvSpPr>
          <p:cNvPr id="9" name="Text 7"/>
          <p:cNvSpPr/>
          <p:nvPr/>
        </p:nvSpPr>
        <p:spPr>
          <a:xfrm>
            <a:off x="1005840" y="3337560"/>
            <a:ext cx="2743200" cy="384048"/>
          </a:xfrm>
          <a:prstGeom prst="rect">
            <a:avLst/>
          </a:prstGeom>
          <a:solidFill>
            <a:srgbClr val="F8FAFC"/>
          </a:solidFill>
          <a:ln w="10160">
            <a:solidFill>
              <a:srgbClr val="CBD5E1"/>
            </a:solidFill>
          </a:ln>
        </p:spPr>
        <p:txBody>
          <a:bodyPr wrap="square" lIns="1143" tIns="1143" rIns="1143" bIns="1143" rtlCol="0" anchor="ctr"/>
          <a:lstStyle/>
          <a:p>
            <a:pPr marL="0" indent="0" algn="ctr">
              <a:buNone/>
            </a:pPr>
            <a:r>
              <a:rPr lang="en-US" sz="2400" dirty="0">
                <a:solidFill>
                  <a:srgbClr val="1E293B"/>
                </a:solidFill>
              </a:rPr>
              <a:t>almost uniform</a:t>
            </a:r>
            <a:endParaRPr lang="en-US" sz="2400" dirty="0"/>
          </a:p>
        </p:txBody>
      </p:sp>
      <p:sp>
        <p:nvSpPr>
          <p:cNvPr id="10" name="Text 8"/>
          <p:cNvSpPr/>
          <p:nvPr/>
        </p:nvSpPr>
        <p:spPr>
          <a:xfrm>
            <a:off x="4480560" y="3337560"/>
            <a:ext cx="2743200" cy="685800"/>
          </a:xfrm>
          <a:prstGeom prst="rect">
            <a:avLst/>
          </a:prstGeom>
          <a:solidFill>
            <a:srgbClr val="EFF6FF"/>
          </a:solidFill>
          <a:ln w="10160">
            <a:solidFill>
              <a:srgbClr val="CBD5E1"/>
            </a:solidFill>
          </a:ln>
        </p:spPr>
        <p:txBody>
          <a:bodyPr wrap="square" lIns="1143" tIns="1143" rIns="1143" bIns="1143" rtlCol="0" anchor="ctr"/>
          <a:lstStyle/>
          <a:p>
            <a:pPr marL="0" indent="0" algn="ctr">
              <a:buNone/>
            </a:pPr>
            <a:r>
              <a:rPr lang="en-US" sz="2400" dirty="0">
                <a:solidFill>
                  <a:srgbClr val="1E293B"/>
                </a:solidFill>
              </a:rPr>
              <a:t>few isolated observations</a:t>
            </a:r>
            <a:endParaRPr lang="en-US" sz="2400" dirty="0"/>
          </a:p>
        </p:txBody>
      </p:sp>
      <p:sp>
        <p:nvSpPr>
          <p:cNvPr id="11" name="Text 9"/>
          <p:cNvSpPr/>
          <p:nvPr/>
        </p:nvSpPr>
        <p:spPr>
          <a:xfrm>
            <a:off x="7955280" y="3337560"/>
            <a:ext cx="2743200" cy="384048"/>
          </a:xfrm>
          <a:prstGeom prst="rect">
            <a:avLst/>
          </a:prstGeom>
          <a:solidFill>
            <a:srgbClr val="F8FAFC"/>
          </a:solidFill>
          <a:ln w="10160">
            <a:solidFill>
              <a:srgbClr val="CBD5E1"/>
            </a:solidFill>
          </a:ln>
        </p:spPr>
        <p:txBody>
          <a:bodyPr wrap="square" lIns="1143" tIns="1143" rIns="1143" bIns="1143" rtlCol="0" anchor="ctr"/>
          <a:lstStyle/>
          <a:p>
            <a:pPr marL="0" indent="0" algn="ctr">
              <a:buNone/>
            </a:pPr>
            <a:r>
              <a:rPr lang="en-US" sz="2400" dirty="0">
                <a:solidFill>
                  <a:srgbClr val="1E293B"/>
                </a:solidFill>
              </a:rPr>
              <a:t>near 0/360 boundary</a:t>
            </a:r>
            <a:endParaRPr lang="en-US" sz="2400" dirty="0"/>
          </a:p>
        </p:txBody>
      </p:sp>
      <p:sp>
        <p:nvSpPr>
          <p:cNvPr id="12" name="Text 10"/>
          <p:cNvSpPr/>
          <p:nvPr/>
        </p:nvSpPr>
        <p:spPr>
          <a:xfrm>
            <a:off x="1733384" y="4636008"/>
            <a:ext cx="8603311" cy="502920"/>
          </a:xfrm>
          <a:prstGeom prst="rect">
            <a:avLst/>
          </a:prstGeom>
          <a:solidFill>
            <a:srgbClr val="F1F5F9"/>
          </a:solidFill>
          <a:ln w="10160">
            <a:solidFill>
              <a:srgbClr val="CBD5E1"/>
            </a:solidFill>
          </a:ln>
        </p:spPr>
        <p:txBody>
          <a:bodyPr wrap="square" lIns="1524" tIns="1524" rIns="1524" bIns="1524" rtlCol="0" anchor="ctr">
            <a:noAutofit/>
          </a:bodyPr>
          <a:lstStyle/>
          <a:p>
            <a:pPr marL="0" indent="0" algn="ctr">
              <a:buNone/>
            </a:pPr>
            <a:r>
              <a:rPr lang="en-US" sz="2400" dirty="0">
                <a:solidFill>
                  <a:srgbClr val="0F172A"/>
                </a:solidFill>
                <a:latin typeface="Courier New" pitchFamily="34" charset="0"/>
                <a:ea typeface="Courier New" pitchFamily="34" charset="-122"/>
                <a:cs typeface="Courier New" pitchFamily="34" charset="-120"/>
              </a:rPr>
              <a:t>rose.diag(az, bins = 18, radii.scale = "sqrt")</a:t>
            </a:r>
            <a:endParaRPr lang="en-US" sz="2400" dirty="0"/>
          </a:p>
        </p:txBody>
      </p:sp>
      <p:sp>
        <p:nvSpPr>
          <p:cNvPr id="13" name="Text 11"/>
          <p:cNvSpPr/>
          <p:nvPr/>
        </p:nvSpPr>
        <p:spPr>
          <a:xfrm>
            <a:off x="465151" y="5760720"/>
            <a:ext cx="11322657" cy="475488"/>
          </a:xfrm>
          <a:prstGeom prst="rect">
            <a:avLst/>
          </a:prstGeom>
          <a:solidFill>
            <a:srgbClr val="FFF8E8"/>
          </a:solidFill>
          <a:ln w="15240">
            <a:solidFill>
              <a:srgbClr val="D99A2B"/>
            </a:solidFill>
          </a:ln>
        </p:spPr>
        <p:txBody>
          <a:bodyPr wrap="square" lIns="1778" tIns="1778" rIns="1778" bIns="1778" rtlCol="0" anchor="ctr">
            <a:noAutofit/>
          </a:bodyPr>
          <a:lstStyle/>
          <a:p>
            <a:pPr marL="0" indent="0" algn="ctr">
              <a:buNone/>
            </a:pPr>
            <a:r>
              <a:rPr lang="en-US" sz="2600" dirty="0">
                <a:solidFill>
                  <a:srgbClr val="1E293B"/>
                </a:solidFill>
                <a:latin typeface="Aptos" pitchFamily="34" charset="0"/>
                <a:ea typeface="Aptos" pitchFamily="34" charset="-122"/>
                <a:cs typeface="Aptos" pitchFamily="34" charset="-120"/>
              </a:rPr>
              <a:t>If a visual feature exists only under one convenient display choice, be cautious.</a:t>
            </a:r>
            <a:endParaRPr lang="en-US" sz="2600" dirty="0"/>
          </a:p>
        </p:txBody>
      </p:sp>
      <p:sp>
        <p:nvSpPr>
          <p:cNvPr id="14" name="Shape 12"/>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5" name="Text 13"/>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Circular-statistics fundamentals</a:t>
            </a:r>
            <a:endParaRPr lang="en-US" sz="750" dirty="0"/>
          </a:p>
        </p:txBody>
      </p:sp>
      <p:sp>
        <p:nvSpPr>
          <p:cNvPr id="16" name="TextBox 15"/>
          <p:cNvSpPr txBox="1"/>
          <p:nvPr/>
        </p:nvSpPr>
        <p:spPr>
          <a:xfrm>
            <a:off x="11064240" y="6556248"/>
            <a:ext cx="502920" cy="182880"/>
          </a:xfrm>
          <a:prstGeom prst="rect">
            <a:avLst/>
          </a:prstGeom>
          <a:noFill/>
        </p:spPr>
        <p:txBody>
          <a:bodyPr wrap="none">
            <a:spAutoFit/>
          </a:bodyPr>
          <a:lstStyle/>
          <a:p>
            <a:pPr algn="r"/>
            <a:fld id="{D1B3083B-6F2D-45A7-95D1-4AD62C4AFDB7}" type="slidenum">
              <a:rPr lang="en-US" sz="700">
                <a:solidFill>
                  <a:srgbClr val="6E7B86"/>
                </a:solidFill>
              </a:rPr>
              <a:t>12</a:t>
            </a:fld>
            <a:endParaRPr lang="en-US" sz="700">
              <a:solidFill>
                <a:srgbClr val="6E7B8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7"/>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8"/>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500"/>
                                  </p:stCondLst>
                                  <p:childTnLst>
                                    <p:set>
                                      <p:cBhvr>
                                        <p:cTn id="15" dur="1" fill="hold">
                                          <p:stCondLst>
                                            <p:cond delay="0"/>
                                          </p:stCondLst>
                                        </p:cTn>
                                        <p:tgtEl>
                                          <p:spTgt spid="9"/>
                                        </p:tgtEl>
                                        <p:attrNameLst>
                                          <p:attrName>style.visibility</p:attrName>
                                        </p:attrNameLst>
                                      </p:cBhvr>
                                      <p:to>
                                        <p:strVal val="visible"/>
                                      </p:to>
                                    </p:set>
                                  </p:childTnLst>
                                </p:cTn>
                              </p:par>
                            </p:childTnLst>
                          </p:cTn>
                        </p:par>
                        <p:par>
                          <p:cTn id="16" fill="hold">
                            <p:stCondLst>
                              <p:cond delay="1500"/>
                            </p:stCondLst>
                            <p:childTnLst>
                              <p:par>
                                <p:cTn id="17" presetID="1" presetClass="entr" presetSubtype="0" fill="hold" grpId="0" nodeType="afterEffect">
                                  <p:stCondLst>
                                    <p:cond delay="500"/>
                                  </p:stCondLst>
                                  <p:childTnLst>
                                    <p:set>
                                      <p:cBhvr>
                                        <p:cTn id="18" dur="1" fill="hold">
                                          <p:stCondLst>
                                            <p:cond delay="0"/>
                                          </p:stCondLst>
                                        </p:cTn>
                                        <p:tgtEl>
                                          <p:spTgt spid="10"/>
                                        </p:tgtEl>
                                        <p:attrNameLst>
                                          <p:attrName>style.visibility</p:attrName>
                                        </p:attrNameLst>
                                      </p:cBhvr>
                                      <p:to>
                                        <p:strVal val="visible"/>
                                      </p:to>
                                    </p:set>
                                  </p:childTnLst>
                                </p:cTn>
                              </p:par>
                            </p:childTnLst>
                          </p:cTn>
                        </p:par>
                        <p:par>
                          <p:cTn id="19" fill="hold">
                            <p:stCondLst>
                              <p:cond delay="2000"/>
                            </p:stCondLst>
                            <p:childTnLst>
                              <p:par>
                                <p:cTn id="20" presetID="1" presetClass="entr" presetSubtype="0" fill="hold" grpId="0" nodeType="afterEffect">
                                  <p:stCondLst>
                                    <p:cond delay="500"/>
                                  </p:stCondLst>
                                  <p:childTnLst>
                                    <p:set>
                                      <p:cBhvr>
                                        <p:cTn id="21" dur="1" fill="hold">
                                          <p:stCondLst>
                                            <p:cond delay="0"/>
                                          </p:stCondLst>
                                        </p:cTn>
                                        <p:tgtEl>
                                          <p:spTgt spid="1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150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DESCRIPTIVE STATISTICS</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Mean direction: average arrows, not average numbers</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777240" y="1771114"/>
            <a:ext cx="10438751" cy="951557"/>
          </a:xfrm>
          <a:prstGeom prst="rect">
            <a:avLst/>
          </a:prstGeom>
          <a:noFill/>
          <a:ln/>
        </p:spPr>
        <p:txBody>
          <a:bodyPr wrap="square" lIns="635" tIns="635" rIns="635" bIns="635" rtlCol="0" anchor="t">
            <a:noAutofit/>
          </a:bodyPr>
          <a:lstStyle/>
          <a:p>
            <a:pPr marL="0" indent="0" algn="l">
              <a:buNone/>
            </a:pPr>
            <a:r>
              <a:rPr lang="en-US" sz="2800" b="1" dirty="0">
                <a:solidFill>
                  <a:srgbClr val="17324D"/>
                </a:solidFill>
                <a:latin typeface="Aptos" pitchFamily="34" charset="0"/>
                <a:ea typeface="Aptos" pitchFamily="34" charset="-122"/>
                <a:cs typeface="Aptos" pitchFamily="34" charset="-120"/>
              </a:rPr>
              <a:t>Conceptually</a:t>
            </a:r>
            <a:r>
              <a:rPr lang="en-US" sz="2800" dirty="0">
                <a:solidFill>
                  <a:srgbClr val="17324D"/>
                </a:solidFill>
                <a:latin typeface="Aptos" pitchFamily="34" charset="0"/>
                <a:ea typeface="Aptos" pitchFamily="34" charset="-122"/>
                <a:cs typeface="Aptos" pitchFamily="34" charset="-120"/>
              </a:rPr>
              <a:t>: put one unit arrow at each direction, add the arrows, then read the direction of the resultant.</a:t>
            </a:r>
            <a:endParaRPr lang="en-US" sz="2800" dirty="0"/>
          </a:p>
        </p:txBody>
      </p:sp>
      <p:sp>
        <p:nvSpPr>
          <p:cNvPr id="20" name="Text 18"/>
          <p:cNvSpPr/>
          <p:nvPr/>
        </p:nvSpPr>
        <p:spPr>
          <a:xfrm>
            <a:off x="861384" y="3434063"/>
            <a:ext cx="10438751" cy="621792"/>
          </a:xfrm>
          <a:prstGeom prst="rect">
            <a:avLst/>
          </a:prstGeom>
          <a:solidFill>
            <a:srgbClr val="F1F5F9"/>
          </a:solidFill>
          <a:ln w="10160">
            <a:solidFill>
              <a:srgbClr val="CBD5E1"/>
            </a:solidFill>
          </a:ln>
        </p:spPr>
        <p:txBody>
          <a:bodyPr wrap="square" lIns="1524" tIns="1524" rIns="1524" bIns="1524" rtlCol="0" anchor="ctr">
            <a:noAutofit/>
          </a:bodyPr>
          <a:lstStyle/>
          <a:p>
            <a:pPr marL="0" indent="0">
              <a:buNone/>
            </a:pPr>
            <a:r>
              <a:rPr lang="en-US" sz="2800" dirty="0">
                <a:solidFill>
                  <a:srgbClr val="0F172A"/>
                </a:solidFill>
                <a:latin typeface="Courier New" pitchFamily="34" charset="0"/>
                <a:ea typeface="Courier New" pitchFamily="34" charset="-122"/>
                <a:cs typeface="Courier New" pitchFamily="34" charset="-120"/>
              </a:rPr>
              <a:t>mean_direction_deg &lt;- as.numeric(mean(az)) %% 360</a:t>
            </a:r>
            <a:endParaRPr lang="en-US" sz="2800" dirty="0"/>
          </a:p>
        </p:txBody>
      </p:sp>
      <p:sp>
        <p:nvSpPr>
          <p:cNvPr id="21" name="Text 19"/>
          <p:cNvSpPr/>
          <p:nvPr/>
        </p:nvSpPr>
        <p:spPr>
          <a:xfrm>
            <a:off x="1572962" y="4946325"/>
            <a:ext cx="9061315" cy="822960"/>
          </a:xfrm>
          <a:prstGeom prst="rect">
            <a:avLst/>
          </a:prstGeom>
          <a:solidFill>
            <a:srgbClr val="FFF8E8"/>
          </a:solidFill>
          <a:ln w="15240">
            <a:solidFill>
              <a:srgbClr val="D99A2B"/>
            </a:solidFill>
          </a:ln>
        </p:spPr>
        <p:txBody>
          <a:bodyPr wrap="square" lIns="1778" tIns="1778" rIns="1778" bIns="1778" rtlCol="0" anchor="ctr">
            <a:noAutofit/>
          </a:bodyPr>
          <a:lstStyle/>
          <a:p>
            <a:pPr marL="180000" indent="0">
              <a:buNone/>
            </a:pPr>
            <a:r>
              <a:rPr lang="en-US" sz="2800" b="1" dirty="0">
                <a:solidFill>
                  <a:srgbClr val="1E293B"/>
                </a:solidFill>
                <a:latin typeface="Aptos" pitchFamily="34" charset="0"/>
                <a:ea typeface="Aptos" pitchFamily="34" charset="-122"/>
                <a:cs typeface="Aptos" pitchFamily="34" charset="-120"/>
              </a:rPr>
              <a:t>Caution</a:t>
            </a:r>
            <a:r>
              <a:rPr lang="en-US" sz="2800" dirty="0">
                <a:solidFill>
                  <a:srgbClr val="1E293B"/>
                </a:solidFill>
                <a:latin typeface="Aptos" pitchFamily="34" charset="0"/>
                <a:ea typeface="Aptos" pitchFamily="34" charset="-122"/>
                <a:cs typeface="Aptos" pitchFamily="34" charset="-120"/>
              </a:rPr>
              <a:t>: A single mean can be misleading for bimodal or multimodal data.</a:t>
            </a:r>
            <a:endParaRPr lang="en-US" sz="2800" dirty="0"/>
          </a:p>
        </p:txBody>
      </p:sp>
      <p:sp>
        <p:nvSpPr>
          <p:cNvPr id="22" name="Shape 20"/>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23" name="Text 21"/>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Circular-statistics fundamentals</a:t>
            </a:r>
            <a:endParaRPr lang="en-US" sz="750" dirty="0"/>
          </a:p>
        </p:txBody>
      </p:sp>
      <p:sp>
        <p:nvSpPr>
          <p:cNvPr id="24" name="TextBox 23"/>
          <p:cNvSpPr txBox="1"/>
          <p:nvPr/>
        </p:nvSpPr>
        <p:spPr>
          <a:xfrm>
            <a:off x="11064240" y="6556248"/>
            <a:ext cx="502920" cy="182880"/>
          </a:xfrm>
          <a:prstGeom prst="rect">
            <a:avLst/>
          </a:prstGeom>
          <a:noFill/>
        </p:spPr>
        <p:txBody>
          <a:bodyPr wrap="none">
            <a:spAutoFit/>
          </a:bodyPr>
          <a:lstStyle/>
          <a:p>
            <a:pPr algn="r"/>
            <a:fld id="{1CDBEEE7-0024-4303-9A6A-4DBE2A35EA73}" type="slidenum">
              <a:rPr lang="en-US" sz="700">
                <a:solidFill>
                  <a:srgbClr val="6E7B86"/>
                </a:solidFill>
              </a:rPr>
              <a:t>13</a:t>
            </a:fld>
            <a:endParaRPr lang="en-US" sz="700">
              <a:solidFill>
                <a:srgbClr val="6E7B8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8F8872-8974-9343-B443-F6E3D3D81B42}"/>
              </a:ext>
            </a:extLst>
          </p:cNvPr>
          <p:cNvPicPr>
            <a:picLocks noChangeAspect="1"/>
          </p:cNvPicPr>
          <p:nvPr/>
        </p:nvPicPr>
        <p:blipFill>
          <a:blip r:embed="rId3"/>
          <a:stretch>
            <a:fillRect/>
          </a:stretch>
        </p:blipFill>
        <p:spPr>
          <a:xfrm>
            <a:off x="2903213" y="1150221"/>
            <a:ext cx="6659076" cy="5707779"/>
          </a:xfrm>
          <a:prstGeom prst="rect">
            <a:avLst/>
          </a:prstGeom>
        </p:spPr>
      </p:pic>
      <p:sp>
        <p:nvSpPr>
          <p:cNvPr id="4" name="TextBox 3"/>
          <p:cNvSpPr txBox="1"/>
          <p:nvPr/>
        </p:nvSpPr>
        <p:spPr>
          <a:xfrm>
            <a:off x="594360" y="201168"/>
            <a:ext cx="10972800" cy="182880"/>
          </a:xfrm>
          <a:prstGeom prst="rect">
            <a:avLst/>
          </a:prstGeom>
          <a:noFill/>
        </p:spPr>
        <p:txBody>
          <a:bodyPr wrap="none" lIns="0" tIns="0" rIns="0" bIns="0">
            <a:spAutoFit/>
          </a:bodyPr>
          <a:lstStyle/>
          <a:p>
            <a:pPr algn="l"/>
            <a:r>
              <a:rPr sz="800" b="1">
                <a:solidFill>
                  <a:srgbClr val="2799A0"/>
                </a:solidFill>
                <a:latin typeface="Aptos"/>
              </a:rPr>
              <a:t>MEAN DIRECTION</a:t>
            </a:r>
          </a:p>
        </p:txBody>
      </p:sp>
      <p:sp>
        <p:nvSpPr>
          <p:cNvPr id="5" name="TextBox 4"/>
          <p:cNvSpPr txBox="1"/>
          <p:nvPr/>
        </p:nvSpPr>
        <p:spPr>
          <a:xfrm>
            <a:off x="594360" y="621792"/>
            <a:ext cx="6375335" cy="461665"/>
          </a:xfrm>
          <a:prstGeom prst="rect">
            <a:avLst/>
          </a:prstGeom>
          <a:noFill/>
        </p:spPr>
        <p:txBody>
          <a:bodyPr wrap="none" lIns="0" tIns="0" rIns="0" bIns="0">
            <a:spAutoFit/>
          </a:bodyPr>
          <a:lstStyle/>
          <a:p>
            <a:pPr algn="l"/>
            <a:r>
              <a:rPr sz="3000" b="1" dirty="0">
                <a:solidFill>
                  <a:srgbClr val="163953"/>
                </a:solidFill>
                <a:latin typeface="Aptos"/>
              </a:rPr>
              <a:t>Average the arrows, not the numbers</a:t>
            </a:r>
          </a:p>
        </p:txBody>
      </p:sp>
      <p:cxnSp>
        <p:nvCxnSpPr>
          <p:cNvPr id="6" name="Connector 5"/>
          <p:cNvCxnSpPr/>
          <p:nvPr/>
        </p:nvCxnSpPr>
        <p:spPr>
          <a:xfrm>
            <a:off x="594360" y="1170432"/>
            <a:ext cx="11018520" cy="0"/>
          </a:xfrm>
          <a:prstGeom prst="line">
            <a:avLst/>
          </a:prstGeom>
          <a:ln w="10160">
            <a:solidFill>
              <a:srgbClr val="163953"/>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404566" y="2395048"/>
            <a:ext cx="2997294" cy="868680"/>
          </a:xfrm>
          <a:prstGeom prst="roundRect">
            <a:avLst/>
          </a:prstGeom>
          <a:solidFill>
            <a:srgbClr val="E6F7F6"/>
          </a:solidFill>
          <a:ln w="13970">
            <a:solidFill>
              <a:srgbClr val="2799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dirty="0">
                <a:solidFill>
                  <a:srgbClr val="163953"/>
                </a:solidFill>
                <a:latin typeface="Aptos"/>
              </a:rPr>
              <a:t>Each observation becomes a unit arrow</a:t>
            </a:r>
          </a:p>
        </p:txBody>
      </p:sp>
      <p:sp>
        <p:nvSpPr>
          <p:cNvPr id="8" name="Rounded Rectangle 7"/>
          <p:cNvSpPr/>
          <p:nvPr/>
        </p:nvSpPr>
        <p:spPr>
          <a:xfrm>
            <a:off x="7223760" y="2253996"/>
            <a:ext cx="4389120" cy="868680"/>
          </a:xfrm>
          <a:prstGeom prst="roundRect">
            <a:avLst/>
          </a:prstGeom>
          <a:solidFill>
            <a:srgbClr val="E6F7F6"/>
          </a:solidFill>
          <a:ln w="13970">
            <a:solidFill>
              <a:srgbClr val="2799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dirty="0">
                <a:solidFill>
                  <a:srgbClr val="163953"/>
                </a:solidFill>
                <a:latin typeface="Aptos"/>
              </a:rPr>
              <a:t>Add arrows → resultant vector</a:t>
            </a:r>
          </a:p>
        </p:txBody>
      </p:sp>
      <p:sp>
        <p:nvSpPr>
          <p:cNvPr id="9" name="Rounded Rectangle 8"/>
          <p:cNvSpPr/>
          <p:nvPr/>
        </p:nvSpPr>
        <p:spPr>
          <a:xfrm>
            <a:off x="669176" y="4406048"/>
            <a:ext cx="3112851" cy="868680"/>
          </a:xfrm>
          <a:prstGeom prst="roundRect">
            <a:avLst/>
          </a:prstGeom>
          <a:solidFill>
            <a:schemeClr val="accent6">
              <a:lumMod val="20000"/>
              <a:lumOff val="80000"/>
            </a:schemeClr>
          </a:solidFill>
          <a:ln w="13970">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163953"/>
                </a:solidFill>
                <a:latin typeface="Aptos"/>
              </a:rPr>
              <a:t>Read the resultant angle as the mean direction</a:t>
            </a:r>
          </a:p>
        </p:txBody>
      </p:sp>
      <p:sp>
        <p:nvSpPr>
          <p:cNvPr id="10" name="TextBox 9"/>
          <p:cNvSpPr txBox="1"/>
          <p:nvPr/>
        </p:nvSpPr>
        <p:spPr>
          <a:xfrm>
            <a:off x="8383279" y="5061448"/>
            <a:ext cx="3487863" cy="1292662"/>
          </a:xfrm>
          <a:prstGeom prst="rect">
            <a:avLst/>
          </a:prstGeom>
          <a:solidFill>
            <a:srgbClr val="FFFF00"/>
          </a:solidFill>
          <a:ln>
            <a:solidFill>
              <a:schemeClr val="accent2">
                <a:lumMod val="75000"/>
              </a:schemeClr>
            </a:solidFill>
          </a:ln>
        </p:spPr>
        <p:txBody>
          <a:bodyPr wrap="square" lIns="0" tIns="0" rIns="0" bIns="0">
            <a:spAutoFit/>
          </a:bodyPr>
          <a:lstStyle/>
          <a:p>
            <a:pPr algn="ctr"/>
            <a:r>
              <a:rPr sz="2800" b="1" dirty="0">
                <a:latin typeface="Aptos"/>
              </a:rPr>
              <a:t>Takeaway: direction is averaged geometrically.</a:t>
            </a:r>
          </a:p>
        </p:txBody>
      </p:sp>
      <p:sp>
        <p:nvSpPr>
          <p:cNvPr id="11" name="TextBox 10"/>
          <p:cNvSpPr txBox="1"/>
          <p:nvPr/>
        </p:nvSpPr>
        <p:spPr>
          <a:xfrm>
            <a:off x="594360" y="6556248"/>
            <a:ext cx="8229600" cy="182880"/>
          </a:xfrm>
          <a:prstGeom prst="rect">
            <a:avLst/>
          </a:prstGeom>
          <a:noFill/>
        </p:spPr>
        <p:txBody>
          <a:bodyPr wrap="none" lIns="0" tIns="0" rIns="0" bIns="0">
            <a:spAutoFit/>
          </a:bodyPr>
          <a:lstStyle/>
          <a:p>
            <a:pPr algn="l"/>
            <a:r>
              <a:rPr sz="650" b="0">
                <a:solidFill>
                  <a:srgbClr val="6E7882"/>
                </a:solidFill>
                <a:latin typeface="Aptos"/>
              </a:rPr>
              <a:t>Circular-statistics fundamentals</a:t>
            </a:r>
          </a:p>
        </p:txBody>
      </p:sp>
      <p:sp>
        <p:nvSpPr>
          <p:cNvPr id="12" name="TextBox 11"/>
          <p:cNvSpPr txBox="1"/>
          <p:nvPr/>
        </p:nvSpPr>
        <p:spPr>
          <a:xfrm>
            <a:off x="11064240" y="6556248"/>
            <a:ext cx="502920" cy="182880"/>
          </a:xfrm>
          <a:prstGeom prst="rect">
            <a:avLst/>
          </a:prstGeom>
          <a:noFill/>
        </p:spPr>
        <p:txBody>
          <a:bodyPr wrap="none">
            <a:spAutoFit/>
          </a:bodyPr>
          <a:lstStyle/>
          <a:p>
            <a:pPr algn="r"/>
            <a:fld id="{6902987F-05C5-41F3-9D86-49C58591D1EE}" type="slidenum">
              <a:rPr lang="en-US" sz="700">
                <a:solidFill>
                  <a:srgbClr val="6E7B86"/>
                </a:solidFill>
              </a:rPr>
              <a:t>14</a:t>
            </a:fld>
            <a:endParaRPr lang="en-US" sz="700">
              <a:solidFill>
                <a:srgbClr val="6E7B86"/>
              </a:solidFill>
            </a:endParaRPr>
          </a:p>
        </p:txBody>
      </p:sp>
    </p:spTree>
    <p:extLst>
      <p:ext uri="{BB962C8B-B14F-4D97-AF65-F5344CB8AC3E}">
        <p14:creationId xmlns:p14="http://schemas.microsoft.com/office/powerpoint/2010/main" val="3173300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R-BAR, VARIANCE, SD</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How concentrated are the directions?</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grpSp>
        <p:nvGrpSpPr>
          <p:cNvPr id="20" name="Group 19">
            <a:extLst>
              <a:ext uri="{FF2B5EF4-FFF2-40B4-BE49-F238E27FC236}">
                <a16:creationId xmlns:a16="http://schemas.microsoft.com/office/drawing/2014/main" id="{BF5BC318-3864-6F22-A154-C8EF09FD1E0E}"/>
              </a:ext>
            </a:extLst>
          </p:cNvPr>
          <p:cNvGrpSpPr/>
          <p:nvPr/>
        </p:nvGrpSpPr>
        <p:grpSpPr>
          <a:xfrm>
            <a:off x="459188" y="1723645"/>
            <a:ext cx="10680590" cy="502920"/>
            <a:chOff x="190831" y="1362456"/>
            <a:chExt cx="10680590" cy="502920"/>
          </a:xfrm>
        </p:grpSpPr>
        <p:sp>
          <p:nvSpPr>
            <p:cNvPr id="5" name="Text 3"/>
            <p:cNvSpPr/>
            <p:nvPr/>
          </p:nvSpPr>
          <p:spPr>
            <a:xfrm>
              <a:off x="190831" y="1470593"/>
              <a:ext cx="2286000" cy="365760"/>
            </a:xfrm>
            <a:prstGeom prst="rect">
              <a:avLst/>
            </a:prstGeom>
            <a:noFill/>
            <a:ln/>
          </p:spPr>
          <p:txBody>
            <a:bodyPr wrap="square" lIns="0" tIns="0" rIns="0" bIns="0" rtlCol="0" anchor="ctr"/>
            <a:lstStyle/>
            <a:p>
              <a:pPr marL="0" indent="0">
                <a:buNone/>
              </a:pPr>
              <a:r>
                <a:rPr lang="en-US" sz="2800" b="1" dirty="0">
                  <a:solidFill>
                    <a:srgbClr val="1F4E79"/>
                  </a:solidFill>
                </a:rPr>
                <a:t>R-bar</a:t>
              </a:r>
              <a:endParaRPr lang="en-US" sz="2800" dirty="0"/>
            </a:p>
          </p:txBody>
        </p:sp>
        <p:sp>
          <p:nvSpPr>
            <p:cNvPr id="6" name="Text 4"/>
            <p:cNvSpPr/>
            <p:nvPr/>
          </p:nvSpPr>
          <p:spPr>
            <a:xfrm>
              <a:off x="3063239" y="1362456"/>
              <a:ext cx="3486647" cy="502920"/>
            </a:xfrm>
            <a:prstGeom prst="rect">
              <a:avLst/>
            </a:prstGeom>
            <a:solidFill>
              <a:srgbClr val="F1F5F9"/>
            </a:solidFill>
            <a:ln w="10160">
              <a:solidFill>
                <a:srgbClr val="CBD5E1"/>
              </a:solidFill>
            </a:ln>
          </p:spPr>
          <p:txBody>
            <a:bodyPr wrap="square" lIns="1524" tIns="1524" rIns="1524" bIns="1524" rtlCol="0" anchor="ctr">
              <a:noAutofit/>
            </a:bodyPr>
            <a:lstStyle/>
            <a:p>
              <a:pPr marL="0" indent="0">
                <a:buNone/>
              </a:pPr>
              <a:r>
                <a:rPr lang="en-US" sz="2800" dirty="0">
                  <a:solidFill>
                    <a:srgbClr val="0F172A"/>
                  </a:solidFill>
                  <a:latin typeface="Courier New" pitchFamily="34" charset="0"/>
                  <a:ea typeface="Courier New" pitchFamily="34" charset="-122"/>
                  <a:cs typeface="Courier New" pitchFamily="34" charset="-120"/>
                </a:rPr>
                <a:t>rho.circular(az)</a:t>
              </a:r>
              <a:endParaRPr lang="en-US" sz="2800" dirty="0"/>
            </a:p>
          </p:txBody>
        </p:sp>
        <p:sp>
          <p:nvSpPr>
            <p:cNvPr id="7" name="Text 5"/>
            <p:cNvSpPr/>
            <p:nvPr/>
          </p:nvSpPr>
          <p:spPr>
            <a:xfrm>
              <a:off x="6995160" y="1472184"/>
              <a:ext cx="3876261" cy="365760"/>
            </a:xfrm>
            <a:prstGeom prst="rect">
              <a:avLst/>
            </a:prstGeom>
            <a:noFill/>
            <a:ln/>
          </p:spPr>
          <p:txBody>
            <a:bodyPr wrap="square" lIns="635" tIns="635" rIns="635" bIns="635" rtlCol="0" anchor="t">
              <a:normAutofit/>
            </a:bodyPr>
            <a:lstStyle/>
            <a:p>
              <a:pPr marL="0" indent="0" algn="l">
                <a:buNone/>
              </a:pPr>
              <a:r>
                <a:rPr lang="en-US" sz="2000" dirty="0">
                  <a:solidFill>
                    <a:srgbClr val="1E293B"/>
                  </a:solidFill>
                  <a:latin typeface="Aptos" pitchFamily="34" charset="0"/>
                  <a:ea typeface="Aptos" pitchFamily="34" charset="-122"/>
                  <a:cs typeface="Aptos" pitchFamily="34" charset="-120"/>
                </a:rPr>
                <a:t>near 1 = strong net concentration</a:t>
              </a:r>
              <a:endParaRPr lang="en-US" sz="2000" dirty="0"/>
            </a:p>
          </p:txBody>
        </p:sp>
      </p:grpSp>
      <p:grpSp>
        <p:nvGrpSpPr>
          <p:cNvPr id="19" name="Group 18">
            <a:extLst>
              <a:ext uri="{FF2B5EF4-FFF2-40B4-BE49-F238E27FC236}">
                <a16:creationId xmlns:a16="http://schemas.microsoft.com/office/drawing/2014/main" id="{47D57350-551D-086F-8A28-7574260513AB}"/>
              </a:ext>
            </a:extLst>
          </p:cNvPr>
          <p:cNvGrpSpPr/>
          <p:nvPr/>
        </p:nvGrpSpPr>
        <p:grpSpPr>
          <a:xfrm>
            <a:off x="459188" y="3090673"/>
            <a:ext cx="10153816" cy="502920"/>
            <a:chOff x="190831" y="2688336"/>
            <a:chExt cx="10153816" cy="502920"/>
          </a:xfrm>
        </p:grpSpPr>
        <p:sp>
          <p:nvSpPr>
            <p:cNvPr id="8" name="Text 6"/>
            <p:cNvSpPr/>
            <p:nvPr/>
          </p:nvSpPr>
          <p:spPr>
            <a:xfrm>
              <a:off x="190831" y="2724913"/>
              <a:ext cx="2790908" cy="365760"/>
            </a:xfrm>
            <a:prstGeom prst="rect">
              <a:avLst/>
            </a:prstGeom>
            <a:noFill/>
            <a:ln/>
          </p:spPr>
          <p:txBody>
            <a:bodyPr wrap="square" lIns="0" tIns="0" rIns="0" bIns="0" rtlCol="0" anchor="ctr"/>
            <a:lstStyle/>
            <a:p>
              <a:pPr marL="0" indent="0">
                <a:buNone/>
              </a:pPr>
              <a:r>
                <a:rPr lang="en-US" sz="2800" b="1" dirty="0">
                  <a:solidFill>
                    <a:srgbClr val="1F4E79"/>
                  </a:solidFill>
                </a:rPr>
                <a:t>Circular variance</a:t>
              </a:r>
              <a:endParaRPr lang="en-US" sz="2800" dirty="0"/>
            </a:p>
          </p:txBody>
        </p:sp>
        <p:sp>
          <p:nvSpPr>
            <p:cNvPr id="9" name="Text 7"/>
            <p:cNvSpPr/>
            <p:nvPr/>
          </p:nvSpPr>
          <p:spPr>
            <a:xfrm>
              <a:off x="3063239" y="2688336"/>
              <a:ext cx="3486646" cy="502920"/>
            </a:xfrm>
            <a:prstGeom prst="rect">
              <a:avLst/>
            </a:prstGeom>
            <a:solidFill>
              <a:srgbClr val="F1F5F9"/>
            </a:solidFill>
            <a:ln w="10160">
              <a:solidFill>
                <a:srgbClr val="CBD5E1"/>
              </a:solidFill>
            </a:ln>
          </p:spPr>
          <p:txBody>
            <a:bodyPr wrap="square" lIns="1524" tIns="1524" rIns="1524" bIns="1524" rtlCol="0" anchor="ctr">
              <a:normAutofit/>
            </a:bodyPr>
            <a:lstStyle/>
            <a:p>
              <a:pPr marL="180000" indent="0">
                <a:buNone/>
              </a:pPr>
              <a:r>
                <a:rPr lang="en-US" sz="2800" dirty="0">
                  <a:solidFill>
                    <a:srgbClr val="0F172A"/>
                  </a:solidFill>
                  <a:latin typeface="Courier New" pitchFamily="34" charset="0"/>
                  <a:ea typeface="Courier New" pitchFamily="34" charset="-122"/>
                  <a:cs typeface="Courier New" pitchFamily="34" charset="-120"/>
                </a:rPr>
                <a:t>1 - Rbar</a:t>
              </a:r>
              <a:endParaRPr lang="en-US" sz="2800" dirty="0"/>
            </a:p>
          </p:txBody>
        </p:sp>
        <p:sp>
          <p:nvSpPr>
            <p:cNvPr id="10" name="Text 8"/>
            <p:cNvSpPr/>
            <p:nvPr/>
          </p:nvSpPr>
          <p:spPr>
            <a:xfrm>
              <a:off x="6995160" y="2825496"/>
              <a:ext cx="3349487" cy="365760"/>
            </a:xfrm>
            <a:prstGeom prst="rect">
              <a:avLst/>
            </a:prstGeom>
            <a:noFill/>
            <a:ln/>
          </p:spPr>
          <p:txBody>
            <a:bodyPr wrap="square" lIns="635" tIns="635" rIns="635" bIns="635" rtlCol="0" anchor="t">
              <a:normAutofit/>
            </a:bodyPr>
            <a:lstStyle/>
            <a:p>
              <a:pPr marL="0" indent="0" algn="l">
                <a:buNone/>
              </a:pPr>
              <a:r>
                <a:rPr lang="en-US" sz="2000" dirty="0">
                  <a:solidFill>
                    <a:srgbClr val="1E293B"/>
                  </a:solidFill>
                  <a:latin typeface="Aptos" pitchFamily="34" charset="0"/>
                  <a:ea typeface="Aptos" pitchFamily="34" charset="-122"/>
                  <a:cs typeface="Aptos" pitchFamily="34" charset="-120"/>
                </a:rPr>
                <a:t>near 0 = strong concentration</a:t>
              </a:r>
              <a:endParaRPr lang="en-US" sz="2000" dirty="0"/>
            </a:p>
          </p:txBody>
        </p:sp>
      </p:grpSp>
      <p:grpSp>
        <p:nvGrpSpPr>
          <p:cNvPr id="18" name="Group 17">
            <a:extLst>
              <a:ext uri="{FF2B5EF4-FFF2-40B4-BE49-F238E27FC236}">
                <a16:creationId xmlns:a16="http://schemas.microsoft.com/office/drawing/2014/main" id="{C8CB3851-5A7A-ECB1-7AB4-50CC1DE03C50}"/>
              </a:ext>
            </a:extLst>
          </p:cNvPr>
          <p:cNvGrpSpPr/>
          <p:nvPr/>
        </p:nvGrpSpPr>
        <p:grpSpPr>
          <a:xfrm>
            <a:off x="459188" y="4421125"/>
            <a:ext cx="11567159" cy="502920"/>
            <a:chOff x="190831" y="4014216"/>
            <a:chExt cx="11567159" cy="502920"/>
          </a:xfrm>
        </p:grpSpPr>
        <p:sp>
          <p:nvSpPr>
            <p:cNvPr id="11" name="Text 9"/>
            <p:cNvSpPr/>
            <p:nvPr/>
          </p:nvSpPr>
          <p:spPr>
            <a:xfrm>
              <a:off x="190831" y="4059935"/>
              <a:ext cx="2286000" cy="365760"/>
            </a:xfrm>
            <a:prstGeom prst="rect">
              <a:avLst/>
            </a:prstGeom>
            <a:noFill/>
            <a:ln/>
          </p:spPr>
          <p:txBody>
            <a:bodyPr wrap="square" lIns="0" tIns="0" rIns="0" bIns="0" rtlCol="0" anchor="ctr"/>
            <a:lstStyle/>
            <a:p>
              <a:pPr marL="0" indent="0">
                <a:buNone/>
              </a:pPr>
              <a:r>
                <a:rPr lang="en-US" sz="2800" b="1" dirty="0">
                  <a:solidFill>
                    <a:srgbClr val="1F4E79"/>
                  </a:solidFill>
                </a:rPr>
                <a:t>Circular SD</a:t>
              </a:r>
              <a:endParaRPr lang="en-US" sz="2800" dirty="0"/>
            </a:p>
          </p:txBody>
        </p:sp>
        <p:sp>
          <p:nvSpPr>
            <p:cNvPr id="12" name="Text 10"/>
            <p:cNvSpPr/>
            <p:nvPr/>
          </p:nvSpPr>
          <p:spPr>
            <a:xfrm>
              <a:off x="3063239" y="4014216"/>
              <a:ext cx="3680460" cy="502920"/>
            </a:xfrm>
            <a:prstGeom prst="rect">
              <a:avLst/>
            </a:prstGeom>
            <a:solidFill>
              <a:srgbClr val="F1F5F9"/>
            </a:solidFill>
            <a:ln w="10160">
              <a:solidFill>
                <a:srgbClr val="CBD5E1"/>
              </a:solidFill>
            </a:ln>
          </p:spPr>
          <p:txBody>
            <a:bodyPr wrap="square" lIns="1524" tIns="1524" rIns="1524" bIns="1524" rtlCol="0" anchor="ctr">
              <a:noAutofit/>
            </a:bodyPr>
            <a:lstStyle/>
            <a:p>
              <a:pPr marL="180000" indent="0">
                <a:buNone/>
              </a:pPr>
              <a:r>
                <a:rPr lang="en-US" sz="2800" dirty="0">
                  <a:solidFill>
                    <a:srgbClr val="0F172A"/>
                  </a:solidFill>
                  <a:latin typeface="Courier New" pitchFamily="34" charset="0"/>
                  <a:ea typeface="Courier New" pitchFamily="34" charset="-122"/>
                  <a:cs typeface="Courier New" pitchFamily="34" charset="-120"/>
                </a:rPr>
                <a:t>sd(az) × 180 / π</a:t>
              </a:r>
              <a:endParaRPr lang="en-US" sz="2800" dirty="0"/>
            </a:p>
          </p:txBody>
        </p:sp>
        <p:sp>
          <p:nvSpPr>
            <p:cNvPr id="13" name="Text 11"/>
            <p:cNvSpPr/>
            <p:nvPr/>
          </p:nvSpPr>
          <p:spPr>
            <a:xfrm>
              <a:off x="6995159" y="4082995"/>
              <a:ext cx="4762831" cy="365760"/>
            </a:xfrm>
            <a:prstGeom prst="rect">
              <a:avLst/>
            </a:prstGeom>
            <a:noFill/>
            <a:ln/>
          </p:spPr>
          <p:txBody>
            <a:bodyPr wrap="square" lIns="635" tIns="635" rIns="635" bIns="635" rtlCol="0" anchor="t">
              <a:noAutofit/>
            </a:bodyPr>
            <a:lstStyle/>
            <a:p>
              <a:pPr marL="0" indent="0" algn="l">
                <a:buNone/>
              </a:pPr>
              <a:r>
                <a:rPr lang="en-US" sz="2000" dirty="0">
                  <a:solidFill>
                    <a:srgbClr val="1E293B"/>
                  </a:solidFill>
                  <a:latin typeface="Aptos" pitchFamily="34" charset="0"/>
                  <a:ea typeface="Aptos" pitchFamily="34" charset="-122"/>
                  <a:cs typeface="Aptos" pitchFamily="34" charset="-120"/>
                </a:rPr>
                <a:t>angular spread; convert radians → degrees</a:t>
              </a:r>
              <a:endParaRPr lang="en-US" sz="2000" dirty="0"/>
            </a:p>
          </p:txBody>
        </p:sp>
      </p:grpSp>
      <p:sp>
        <p:nvSpPr>
          <p:cNvPr id="14" name="Text 12"/>
          <p:cNvSpPr/>
          <p:nvPr/>
        </p:nvSpPr>
        <p:spPr>
          <a:xfrm>
            <a:off x="845820" y="5539676"/>
            <a:ext cx="10515600" cy="512064"/>
          </a:xfrm>
          <a:prstGeom prst="rect">
            <a:avLst/>
          </a:prstGeom>
          <a:solidFill>
            <a:srgbClr val="EFF6FF"/>
          </a:solidFill>
          <a:ln w="15240">
            <a:solidFill>
              <a:srgbClr val="1C7C7D"/>
            </a:solidFill>
          </a:ln>
        </p:spPr>
        <p:txBody>
          <a:bodyPr wrap="square" lIns="1778" tIns="1778" rIns="1778" bIns="1778" rtlCol="0" anchor="ctr">
            <a:noAutofit/>
          </a:bodyPr>
          <a:lstStyle/>
          <a:p>
            <a:pPr marL="0" indent="0">
              <a:buNone/>
            </a:pPr>
            <a:r>
              <a:rPr lang="en-US" sz="2600" dirty="0">
                <a:solidFill>
                  <a:srgbClr val="1E293B"/>
                </a:solidFill>
                <a:latin typeface="Aptos" pitchFamily="34" charset="0"/>
                <a:ea typeface="Aptos" pitchFamily="34" charset="-122"/>
                <a:cs typeface="Aptos" pitchFamily="34" charset="-120"/>
              </a:rPr>
              <a:t>Do not use arbitrary universal cut-offs. Interpret concentration in context.</a:t>
            </a:r>
            <a:endParaRPr lang="en-US" sz="2600" dirty="0"/>
          </a:p>
        </p:txBody>
      </p:sp>
      <p:sp>
        <p:nvSpPr>
          <p:cNvPr id="15" name="Shape 13"/>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6" name="Text 14"/>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Circular-statistics fundamentals</a:t>
            </a:r>
            <a:endParaRPr lang="en-US" sz="750" dirty="0"/>
          </a:p>
        </p:txBody>
      </p:sp>
      <p:sp>
        <p:nvSpPr>
          <p:cNvPr id="17" name="TextBox 16"/>
          <p:cNvSpPr txBox="1"/>
          <p:nvPr/>
        </p:nvSpPr>
        <p:spPr>
          <a:xfrm>
            <a:off x="11064240" y="6556248"/>
            <a:ext cx="502920" cy="182880"/>
          </a:xfrm>
          <a:prstGeom prst="rect">
            <a:avLst/>
          </a:prstGeom>
          <a:noFill/>
        </p:spPr>
        <p:txBody>
          <a:bodyPr wrap="none">
            <a:spAutoFit/>
          </a:bodyPr>
          <a:lstStyle/>
          <a:p>
            <a:pPr algn="r"/>
            <a:fld id="{3B1695B8-71C7-482A-97BC-DCF88E6F07BD}" type="slidenum">
              <a:rPr lang="en-US" sz="700">
                <a:solidFill>
                  <a:srgbClr val="6E7B86"/>
                </a:solidFill>
              </a:rPr>
              <a:t>15</a:t>
            </a:fld>
            <a:endParaRPr lang="en-US" sz="700">
              <a:solidFill>
                <a:srgbClr val="6E7B86"/>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94360" y="201168"/>
            <a:ext cx="10972800" cy="182880"/>
          </a:xfrm>
          <a:prstGeom prst="rect">
            <a:avLst/>
          </a:prstGeom>
          <a:noFill/>
        </p:spPr>
        <p:txBody>
          <a:bodyPr wrap="none" lIns="0" tIns="0" rIns="0" bIns="0">
            <a:spAutoFit/>
          </a:bodyPr>
          <a:lstStyle/>
          <a:p>
            <a:pPr algn="l"/>
            <a:r>
              <a:rPr sz="800" b="1">
                <a:solidFill>
                  <a:srgbClr val="2799A0"/>
                </a:solidFill>
                <a:latin typeface="Aptos"/>
              </a:rPr>
              <a:t>R-BAR, VARIANCE AND SD</a:t>
            </a:r>
          </a:p>
        </p:txBody>
      </p:sp>
      <p:sp>
        <p:nvSpPr>
          <p:cNvPr id="10" name="TextBox 9"/>
          <p:cNvSpPr txBox="1"/>
          <p:nvPr/>
        </p:nvSpPr>
        <p:spPr>
          <a:xfrm>
            <a:off x="594360" y="621792"/>
            <a:ext cx="7959038" cy="461665"/>
          </a:xfrm>
          <a:prstGeom prst="rect">
            <a:avLst/>
          </a:prstGeom>
          <a:noFill/>
        </p:spPr>
        <p:txBody>
          <a:bodyPr wrap="none" lIns="0" tIns="0" rIns="0" bIns="0">
            <a:spAutoFit/>
          </a:bodyPr>
          <a:lstStyle/>
          <a:p>
            <a:pPr algn="l"/>
            <a:r>
              <a:rPr sz="3000" b="1" dirty="0">
                <a:solidFill>
                  <a:srgbClr val="163953"/>
                </a:solidFill>
                <a:latin typeface="Aptos"/>
              </a:rPr>
              <a:t>Same mean direction, different concentration</a:t>
            </a:r>
          </a:p>
        </p:txBody>
      </p:sp>
      <p:cxnSp>
        <p:nvCxnSpPr>
          <p:cNvPr id="11" name="Connector 10"/>
          <p:cNvCxnSpPr/>
          <p:nvPr/>
        </p:nvCxnSpPr>
        <p:spPr>
          <a:xfrm>
            <a:off x="594360" y="1170432"/>
            <a:ext cx="11018520" cy="0"/>
          </a:xfrm>
          <a:prstGeom prst="line">
            <a:avLst/>
          </a:prstGeom>
          <a:ln w="10160">
            <a:solidFill>
              <a:srgbClr val="163953"/>
            </a:solidFill>
          </a:ln>
        </p:spPr>
        <p:style>
          <a:lnRef idx="2">
            <a:schemeClr val="accent1"/>
          </a:lnRef>
          <a:fillRef idx="0">
            <a:schemeClr val="accent1"/>
          </a:fillRef>
          <a:effectRef idx="1">
            <a:schemeClr val="accent1"/>
          </a:effectRef>
          <a:fontRef idx="minor">
            <a:schemeClr val="tx1"/>
          </a:fontRef>
        </p:style>
      </p:cxnSp>
      <p:grpSp>
        <p:nvGrpSpPr>
          <p:cNvPr id="2" name="Group 1">
            <a:extLst>
              <a:ext uri="{FF2B5EF4-FFF2-40B4-BE49-F238E27FC236}">
                <a16:creationId xmlns:a16="http://schemas.microsoft.com/office/drawing/2014/main" id="{0A5E8DA2-4AD6-617A-C3AB-57A3EBCE03FC}"/>
              </a:ext>
            </a:extLst>
          </p:cNvPr>
          <p:cNvGrpSpPr/>
          <p:nvPr/>
        </p:nvGrpSpPr>
        <p:grpSpPr>
          <a:xfrm>
            <a:off x="526779" y="1192778"/>
            <a:ext cx="5143924" cy="5089310"/>
            <a:chOff x="526779" y="1192778"/>
            <a:chExt cx="5143924" cy="5089310"/>
          </a:xfrm>
        </p:grpSpPr>
        <p:pic>
          <p:nvPicPr>
            <p:cNvPr id="3" name="Picture 2">
              <a:extLst>
                <a:ext uri="{FF2B5EF4-FFF2-40B4-BE49-F238E27FC236}">
                  <a16:creationId xmlns:a16="http://schemas.microsoft.com/office/drawing/2014/main" id="{4878F572-318E-D722-097C-5959FACD9AB5}"/>
                </a:ext>
              </a:extLst>
            </p:cNvPr>
            <p:cNvPicPr>
              <a:picLocks noChangeAspect="1"/>
            </p:cNvPicPr>
            <p:nvPr/>
          </p:nvPicPr>
          <p:blipFill>
            <a:blip r:embed="rId3"/>
            <a:srcRect t="12603"/>
            <a:stretch>
              <a:fillRect/>
            </a:stretch>
          </p:blipFill>
          <p:spPr>
            <a:xfrm>
              <a:off x="526779" y="1192778"/>
              <a:ext cx="5143924" cy="4495640"/>
            </a:xfrm>
            <a:prstGeom prst="rect">
              <a:avLst/>
            </a:prstGeom>
          </p:spPr>
        </p:pic>
        <p:sp>
          <p:nvSpPr>
            <p:cNvPr id="6" name="TextBox 5">
              <a:extLst>
                <a:ext uri="{FF2B5EF4-FFF2-40B4-BE49-F238E27FC236}">
                  <a16:creationId xmlns:a16="http://schemas.microsoft.com/office/drawing/2014/main" id="{5D7FD4F0-4DA4-AE4B-DFEB-A83AFAB7C158}"/>
                </a:ext>
              </a:extLst>
            </p:cNvPr>
            <p:cNvSpPr txBox="1"/>
            <p:nvPr/>
          </p:nvSpPr>
          <p:spPr>
            <a:xfrm>
              <a:off x="2186454" y="4789222"/>
              <a:ext cx="2387425" cy="461665"/>
            </a:xfrm>
            <a:prstGeom prst="rect">
              <a:avLst/>
            </a:prstGeom>
            <a:noFill/>
          </p:spPr>
          <p:txBody>
            <a:bodyPr wrap="square" rtlCol="0">
              <a:spAutoFit/>
            </a:bodyPr>
            <a:lstStyle/>
            <a:p>
              <a:r>
                <a:rPr lang="en-NZ" sz="2400" b="1" dirty="0">
                  <a:solidFill>
                    <a:srgbClr val="163953"/>
                  </a:solidFill>
                </a:rPr>
                <a:t>Small variance</a:t>
              </a:r>
              <a:endParaRPr lang="en-US" sz="2400" dirty="0"/>
            </a:p>
          </p:txBody>
        </p:sp>
        <p:sp>
          <p:nvSpPr>
            <p:cNvPr id="12" name="Rounded Rectangle 11"/>
            <p:cNvSpPr/>
            <p:nvPr/>
          </p:nvSpPr>
          <p:spPr>
            <a:xfrm>
              <a:off x="1010704" y="5532280"/>
              <a:ext cx="4480560" cy="749808"/>
            </a:xfrm>
            <a:prstGeom prst="roundRect">
              <a:avLst/>
            </a:prstGeom>
            <a:solidFill>
              <a:srgbClr val="E6F7F6"/>
            </a:solidFill>
            <a:ln w="13970">
              <a:solidFill>
                <a:srgbClr val="2799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0" dirty="0">
                  <a:solidFill>
                    <a:srgbClr val="163953"/>
                  </a:solidFill>
                  <a:latin typeface="Aptos"/>
                </a:rPr>
                <a:t>larger R-bar · smaller circular variance · smaller circular SD</a:t>
              </a:r>
            </a:p>
          </p:txBody>
        </p:sp>
      </p:grpSp>
      <p:grpSp>
        <p:nvGrpSpPr>
          <p:cNvPr id="4" name="Group 3">
            <a:extLst>
              <a:ext uri="{FF2B5EF4-FFF2-40B4-BE49-F238E27FC236}">
                <a16:creationId xmlns:a16="http://schemas.microsoft.com/office/drawing/2014/main" id="{F09FFF10-AEFE-82C6-7E7F-4D0EAF597BAF}"/>
              </a:ext>
            </a:extLst>
          </p:cNvPr>
          <p:cNvGrpSpPr/>
          <p:nvPr/>
        </p:nvGrpSpPr>
        <p:grpSpPr>
          <a:xfrm>
            <a:off x="5968405" y="1204323"/>
            <a:ext cx="5095835" cy="4995309"/>
            <a:chOff x="5968405" y="1204323"/>
            <a:chExt cx="5095835" cy="4995309"/>
          </a:xfrm>
        </p:grpSpPr>
        <p:pic>
          <p:nvPicPr>
            <p:cNvPr id="5" name="Picture 4">
              <a:extLst>
                <a:ext uri="{FF2B5EF4-FFF2-40B4-BE49-F238E27FC236}">
                  <a16:creationId xmlns:a16="http://schemas.microsoft.com/office/drawing/2014/main" id="{1ED18798-CDBB-CAD5-4731-08A86591CC3F}"/>
                </a:ext>
              </a:extLst>
            </p:cNvPr>
            <p:cNvPicPr>
              <a:picLocks noChangeAspect="1"/>
            </p:cNvPicPr>
            <p:nvPr/>
          </p:nvPicPr>
          <p:blipFill>
            <a:blip r:embed="rId4"/>
            <a:srcRect t="12021"/>
            <a:stretch>
              <a:fillRect/>
            </a:stretch>
          </p:blipFill>
          <p:spPr>
            <a:xfrm>
              <a:off x="5968405" y="1204323"/>
              <a:ext cx="5095835" cy="4483245"/>
            </a:xfrm>
            <a:prstGeom prst="rect">
              <a:avLst/>
            </a:prstGeom>
          </p:spPr>
        </p:pic>
        <p:sp>
          <p:nvSpPr>
            <p:cNvPr id="8" name="TextBox 7">
              <a:extLst>
                <a:ext uri="{FF2B5EF4-FFF2-40B4-BE49-F238E27FC236}">
                  <a16:creationId xmlns:a16="http://schemas.microsoft.com/office/drawing/2014/main" id="{BFFE5B8D-FAA0-C316-F806-E53E2D4C6271}"/>
                </a:ext>
              </a:extLst>
            </p:cNvPr>
            <p:cNvSpPr txBox="1"/>
            <p:nvPr/>
          </p:nvSpPr>
          <p:spPr>
            <a:xfrm>
              <a:off x="7730398" y="4724579"/>
              <a:ext cx="2276121" cy="461665"/>
            </a:xfrm>
            <a:prstGeom prst="rect">
              <a:avLst/>
            </a:prstGeom>
            <a:noFill/>
          </p:spPr>
          <p:txBody>
            <a:bodyPr wrap="square" rtlCol="0">
              <a:spAutoFit/>
            </a:bodyPr>
            <a:lstStyle/>
            <a:p>
              <a:r>
                <a:rPr lang="en-NZ" sz="2400" b="1" dirty="0">
                  <a:solidFill>
                    <a:srgbClr val="163953"/>
                  </a:solidFill>
                </a:rPr>
                <a:t>Large variance</a:t>
              </a:r>
              <a:endParaRPr lang="en-US" sz="2400" dirty="0"/>
            </a:p>
          </p:txBody>
        </p:sp>
        <p:sp>
          <p:nvSpPr>
            <p:cNvPr id="13" name="Rounded Rectangle 12"/>
            <p:cNvSpPr/>
            <p:nvPr/>
          </p:nvSpPr>
          <p:spPr>
            <a:xfrm>
              <a:off x="6583680" y="5532280"/>
              <a:ext cx="4480560" cy="667352"/>
            </a:xfrm>
            <a:prstGeom prst="roundRect">
              <a:avLst/>
            </a:prstGeom>
            <a:solidFill>
              <a:srgbClr val="FFF4E5"/>
            </a:solidFill>
            <a:ln w="13970">
              <a:solidFill>
                <a:srgbClr val="E58B2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0">
                  <a:solidFill>
                    <a:srgbClr val="163953"/>
                  </a:solidFill>
                  <a:latin typeface="Aptos"/>
                </a:rPr>
                <a:t>smaller R-bar · larger circular variance · larger circular SD</a:t>
              </a:r>
            </a:p>
          </p:txBody>
        </p:sp>
      </p:grpSp>
      <p:sp>
        <p:nvSpPr>
          <p:cNvPr id="14" name="TextBox 13"/>
          <p:cNvSpPr txBox="1"/>
          <p:nvPr/>
        </p:nvSpPr>
        <p:spPr>
          <a:xfrm>
            <a:off x="594360" y="6556248"/>
            <a:ext cx="8229600" cy="182880"/>
          </a:xfrm>
          <a:prstGeom prst="rect">
            <a:avLst/>
          </a:prstGeom>
          <a:noFill/>
        </p:spPr>
        <p:txBody>
          <a:bodyPr wrap="none" lIns="0" tIns="0" rIns="0" bIns="0">
            <a:spAutoFit/>
          </a:bodyPr>
          <a:lstStyle/>
          <a:p>
            <a:pPr algn="l"/>
            <a:r>
              <a:rPr sz="650" b="0">
                <a:solidFill>
                  <a:srgbClr val="6E7882"/>
                </a:solidFill>
                <a:latin typeface="Aptos"/>
              </a:rPr>
              <a:t>Circular-statistics fundamentals</a:t>
            </a:r>
          </a:p>
        </p:txBody>
      </p:sp>
      <p:sp>
        <p:nvSpPr>
          <p:cNvPr id="15" name="TextBox 14"/>
          <p:cNvSpPr txBox="1"/>
          <p:nvPr/>
        </p:nvSpPr>
        <p:spPr>
          <a:xfrm>
            <a:off x="11064240" y="6556248"/>
            <a:ext cx="502920" cy="182880"/>
          </a:xfrm>
          <a:prstGeom prst="rect">
            <a:avLst/>
          </a:prstGeom>
          <a:noFill/>
        </p:spPr>
        <p:txBody>
          <a:bodyPr wrap="none">
            <a:spAutoFit/>
          </a:bodyPr>
          <a:lstStyle/>
          <a:p>
            <a:pPr algn="r"/>
            <a:fld id="{DA1E4C5F-7E32-4122-B64A-7E265CEC2589}" type="slidenum">
              <a:rPr lang="en-US" sz="700">
                <a:solidFill>
                  <a:srgbClr val="6E7B86"/>
                </a:solidFill>
              </a:rPr>
              <a:t>16</a:t>
            </a:fld>
            <a:endParaRPr lang="en-US" sz="700">
              <a:solidFill>
                <a:srgbClr val="6E7B86"/>
              </a:solidFill>
            </a:endParaRPr>
          </a:p>
        </p:txBody>
      </p:sp>
    </p:spTree>
    <p:extLst>
      <p:ext uri="{BB962C8B-B14F-4D97-AF65-F5344CB8AC3E}">
        <p14:creationId xmlns:p14="http://schemas.microsoft.com/office/powerpoint/2010/main" val="3606277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CIRCULAR INFERENCE</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2700" b="1" dirty="0">
                <a:solidFill>
                  <a:srgbClr val="17324D"/>
                </a:solidFill>
                <a:latin typeface="Aptos Display" pitchFamily="34" charset="0"/>
                <a:ea typeface="Aptos Display" pitchFamily="34" charset="-122"/>
                <a:cs typeface="Aptos Display" pitchFamily="34" charset="-120"/>
              </a:rPr>
              <a:t>Rayleigh test: useful, but not universal</a:t>
            </a:r>
            <a:endParaRPr lang="en-US" sz="27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699516" y="1483298"/>
            <a:ext cx="4983480" cy="804672"/>
          </a:xfrm>
          <a:prstGeom prst="rect">
            <a:avLst/>
          </a:prstGeom>
          <a:solidFill>
            <a:srgbClr val="F8FAFC"/>
          </a:solidFill>
          <a:ln w="15240">
            <a:solidFill>
              <a:srgbClr val="CBD5E1"/>
            </a:solidFill>
          </a:ln>
        </p:spPr>
        <p:txBody>
          <a:bodyPr wrap="square" lIns="1778" tIns="1778" rIns="1778" bIns="1778" rtlCol="0" anchor="ctr">
            <a:noAutofit/>
          </a:bodyPr>
          <a:lstStyle/>
          <a:p>
            <a:pPr marL="180000" indent="0">
              <a:buNone/>
            </a:pPr>
            <a:r>
              <a:rPr lang="en-US" sz="2400" i="1" dirty="0">
                <a:solidFill>
                  <a:srgbClr val="1E293B"/>
                </a:solidFill>
                <a:latin typeface="Aptos" pitchFamily="34" charset="0"/>
                <a:ea typeface="Aptos" pitchFamily="34" charset="-122"/>
                <a:cs typeface="Aptos" pitchFamily="34" charset="-120"/>
              </a:rPr>
              <a:t>H</a:t>
            </a:r>
            <a:r>
              <a:rPr lang="en-US" sz="2400" dirty="0">
                <a:solidFill>
                  <a:srgbClr val="1E293B"/>
                </a:solidFill>
                <a:latin typeface="Aptos" pitchFamily="34" charset="0"/>
                <a:ea typeface="Aptos" pitchFamily="34" charset="-122"/>
                <a:cs typeface="Aptos" pitchFamily="34" charset="-120"/>
              </a:rPr>
              <a:t>₀: directions are uniformly distributed around the circle.</a:t>
            </a:r>
            <a:endParaRPr lang="en-US" sz="2400" dirty="0"/>
          </a:p>
        </p:txBody>
      </p:sp>
      <p:sp>
        <p:nvSpPr>
          <p:cNvPr id="6" name="Text 4"/>
          <p:cNvSpPr/>
          <p:nvPr/>
        </p:nvSpPr>
        <p:spPr>
          <a:xfrm>
            <a:off x="699516" y="2751712"/>
            <a:ext cx="4983480" cy="804669"/>
          </a:xfrm>
          <a:prstGeom prst="rect">
            <a:avLst/>
          </a:prstGeom>
          <a:solidFill>
            <a:srgbClr val="EFF6FF"/>
          </a:solidFill>
          <a:ln w="15240">
            <a:solidFill>
              <a:srgbClr val="1F4E79"/>
            </a:solidFill>
          </a:ln>
        </p:spPr>
        <p:txBody>
          <a:bodyPr wrap="square" lIns="1778" tIns="1778" rIns="1778" bIns="1778" rtlCol="0" anchor="ctr">
            <a:noAutofit/>
          </a:bodyPr>
          <a:lstStyle/>
          <a:p>
            <a:pPr marL="180000" indent="0">
              <a:buNone/>
            </a:pPr>
            <a:r>
              <a:rPr lang="en-US" sz="2400" i="1" dirty="0">
                <a:solidFill>
                  <a:srgbClr val="1E293B"/>
                </a:solidFill>
                <a:latin typeface="Aptos" pitchFamily="34" charset="0"/>
                <a:ea typeface="Aptos" pitchFamily="34" charset="-122"/>
                <a:cs typeface="Aptos" pitchFamily="34" charset="-120"/>
              </a:rPr>
              <a:t>H</a:t>
            </a:r>
            <a:r>
              <a:rPr lang="en-US" sz="2400" dirty="0">
                <a:solidFill>
                  <a:srgbClr val="1E293B"/>
                </a:solidFill>
                <a:latin typeface="Aptos" pitchFamily="34" charset="0"/>
                <a:ea typeface="Aptos" pitchFamily="34" charset="-122"/>
                <a:cs typeface="Aptos" pitchFamily="34" charset="-120"/>
              </a:rPr>
              <a:t>₁: a unimodal preferred direction exists.</a:t>
            </a:r>
            <a:endParaRPr lang="en-US" sz="2400" dirty="0"/>
          </a:p>
        </p:txBody>
      </p:sp>
      <p:sp>
        <p:nvSpPr>
          <p:cNvPr id="7" name="Text 5"/>
          <p:cNvSpPr/>
          <p:nvPr/>
        </p:nvSpPr>
        <p:spPr>
          <a:xfrm>
            <a:off x="699516" y="3960653"/>
            <a:ext cx="5002764" cy="1268411"/>
          </a:xfrm>
          <a:prstGeom prst="rect">
            <a:avLst/>
          </a:prstGeom>
          <a:solidFill>
            <a:srgbClr val="F1F5F9"/>
          </a:solidFill>
          <a:ln w="10160">
            <a:solidFill>
              <a:srgbClr val="CBD5E1"/>
            </a:solidFill>
          </a:ln>
        </p:spPr>
        <p:txBody>
          <a:bodyPr wrap="square" lIns="1524" tIns="1524" rIns="1524" bIns="1524" rtlCol="0" anchor="ctr">
            <a:noAutofit/>
          </a:bodyPr>
          <a:lstStyle/>
          <a:p>
            <a:pPr marL="0" indent="0">
              <a:buNone/>
            </a:pPr>
            <a:r>
              <a:rPr lang="en-US" sz="2400" dirty="0">
                <a:solidFill>
                  <a:srgbClr val="0F172A"/>
                </a:solidFill>
                <a:latin typeface="Courier New" pitchFamily="34" charset="0"/>
                <a:ea typeface="Courier New" pitchFamily="34" charset="-122"/>
                <a:cs typeface="Courier New" pitchFamily="34" charset="-120"/>
              </a:rPr>
              <a:t>rayleigh_result &lt;- rayleigh.test(az)</a:t>
            </a:r>
            <a:endParaRPr lang="en-US" sz="2400" dirty="0"/>
          </a:p>
          <a:p>
            <a:pPr marL="0" indent="0">
              <a:buNone/>
            </a:pPr>
            <a:r>
              <a:rPr lang="en-US" sz="2400" dirty="0">
                <a:solidFill>
                  <a:srgbClr val="0F172A"/>
                </a:solidFill>
                <a:latin typeface="Courier New" pitchFamily="34" charset="0"/>
                <a:ea typeface="Courier New" pitchFamily="34" charset="-122"/>
                <a:cs typeface="Courier New" pitchFamily="34" charset="-120"/>
              </a:rPr>
              <a:t>rayleigh_z &lt;- n * Rbar^2</a:t>
            </a:r>
            <a:endParaRPr lang="en-US" sz="2400" dirty="0"/>
          </a:p>
        </p:txBody>
      </p:sp>
      <p:sp>
        <p:nvSpPr>
          <p:cNvPr id="11" name="Shape 9"/>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2" name="Text 10"/>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Circular-statistics fundamentals</a:t>
            </a:r>
            <a:endParaRPr lang="en-US" sz="750" dirty="0"/>
          </a:p>
        </p:txBody>
      </p:sp>
      <p:grpSp>
        <p:nvGrpSpPr>
          <p:cNvPr id="8" name="Group 7">
            <a:extLst>
              <a:ext uri="{FF2B5EF4-FFF2-40B4-BE49-F238E27FC236}">
                <a16:creationId xmlns:a16="http://schemas.microsoft.com/office/drawing/2014/main" id="{40905DC9-746C-21A5-7CCE-0CA07AD0FE1D}"/>
              </a:ext>
            </a:extLst>
          </p:cNvPr>
          <p:cNvGrpSpPr/>
          <p:nvPr/>
        </p:nvGrpSpPr>
        <p:grpSpPr>
          <a:xfrm>
            <a:off x="5943600" y="1290349"/>
            <a:ext cx="5486400" cy="4876602"/>
            <a:chOff x="5943600" y="1290349"/>
            <a:chExt cx="5486400" cy="4876602"/>
          </a:xfrm>
        </p:grpSpPr>
        <p:sp>
          <p:nvSpPr>
            <p:cNvPr id="14" name="Rectangle 13"/>
            <p:cNvSpPr/>
            <p:nvPr/>
          </p:nvSpPr>
          <p:spPr>
            <a:xfrm>
              <a:off x="5943600" y="1385316"/>
              <a:ext cx="5349240" cy="4526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54458" y="1290349"/>
              <a:ext cx="4498925" cy="338554"/>
            </a:xfrm>
            <a:prstGeom prst="rect">
              <a:avLst/>
            </a:prstGeom>
            <a:noFill/>
          </p:spPr>
          <p:txBody>
            <a:bodyPr wrap="none" lIns="0" tIns="0" rIns="0" bIns="0">
              <a:spAutoFit/>
            </a:bodyPr>
            <a:lstStyle/>
            <a:p>
              <a:pPr algn="ctr"/>
              <a:r>
                <a:rPr sz="2200" b="1" dirty="0">
                  <a:solidFill>
                    <a:srgbClr val="163953"/>
                  </a:solidFill>
                  <a:latin typeface="Aptos"/>
                </a:rPr>
                <a:t>Decision rule before using Rayleigh</a:t>
              </a:r>
            </a:p>
          </p:txBody>
        </p:sp>
        <p:sp>
          <p:nvSpPr>
            <p:cNvPr id="16" name="Rounded Rectangle 15"/>
            <p:cNvSpPr/>
            <p:nvPr/>
          </p:nvSpPr>
          <p:spPr>
            <a:xfrm>
              <a:off x="6583680" y="1965960"/>
              <a:ext cx="3657600" cy="502920"/>
            </a:xfrm>
            <a:prstGeom prst="roundRect">
              <a:avLst/>
            </a:prstGeom>
            <a:solidFill>
              <a:srgbClr val="E6F7F6"/>
            </a:solidFill>
            <a:ln w="13970">
              <a:solidFill>
                <a:srgbClr val="2799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163953"/>
                  </a:solidFill>
                  <a:latin typeface="Aptos"/>
                </a:rPr>
                <a:t>Plot the data</a:t>
              </a:r>
            </a:p>
          </p:txBody>
        </p:sp>
        <p:cxnSp>
          <p:nvCxnSpPr>
            <p:cNvPr id="17" name="Connector 16"/>
            <p:cNvCxnSpPr/>
            <p:nvPr/>
          </p:nvCxnSpPr>
          <p:spPr>
            <a:xfrm>
              <a:off x="8412480" y="2468880"/>
              <a:ext cx="0" cy="365760"/>
            </a:xfrm>
            <a:prstGeom prst="line">
              <a:avLst/>
            </a:prstGeom>
            <a:ln w="17780">
              <a:solidFill>
                <a:srgbClr val="2799A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400800" y="2834640"/>
              <a:ext cx="4023360" cy="685800"/>
            </a:xfrm>
            <a:prstGeom prst="roundRect">
              <a:avLst/>
            </a:prstGeom>
            <a:solidFill>
              <a:srgbClr val="FFFFFF"/>
            </a:solidFill>
            <a:ln w="13970">
              <a:solidFill>
                <a:srgbClr val="2799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dirty="0">
                  <a:solidFill>
                    <a:srgbClr val="163953"/>
                  </a:solidFill>
                  <a:latin typeface="Aptos"/>
                </a:rPr>
                <a:t>Is the pattern approximately unimodal?</a:t>
              </a:r>
            </a:p>
          </p:txBody>
        </p:sp>
        <p:cxnSp>
          <p:nvCxnSpPr>
            <p:cNvPr id="19" name="Connector 18"/>
            <p:cNvCxnSpPr/>
            <p:nvPr/>
          </p:nvCxnSpPr>
          <p:spPr>
            <a:xfrm flipH="1">
              <a:off x="6995160" y="3520440"/>
              <a:ext cx="502919" cy="502920"/>
            </a:xfrm>
            <a:prstGeom prst="line">
              <a:avLst/>
            </a:prstGeom>
            <a:ln w="28575"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 name="Connector 19"/>
            <p:cNvCxnSpPr/>
            <p:nvPr/>
          </p:nvCxnSpPr>
          <p:spPr>
            <a:xfrm>
              <a:off x="9326880" y="3520440"/>
              <a:ext cx="502920" cy="502920"/>
            </a:xfrm>
            <a:prstGeom prst="line">
              <a:avLst/>
            </a:prstGeom>
            <a:ln w="28575"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 name="TextBox 20"/>
            <p:cNvSpPr txBox="1"/>
            <p:nvPr/>
          </p:nvSpPr>
          <p:spPr>
            <a:xfrm>
              <a:off x="6721010" y="3657600"/>
              <a:ext cx="365420" cy="276999"/>
            </a:xfrm>
            <a:prstGeom prst="rect">
              <a:avLst/>
            </a:prstGeom>
            <a:noFill/>
          </p:spPr>
          <p:txBody>
            <a:bodyPr wrap="none" lIns="0" tIns="0" rIns="0" bIns="0">
              <a:spAutoFit/>
            </a:bodyPr>
            <a:lstStyle/>
            <a:p>
              <a:pPr algn="ctr"/>
              <a:r>
                <a:rPr b="1" dirty="0">
                  <a:solidFill>
                    <a:srgbClr val="2799A0"/>
                  </a:solidFill>
                  <a:latin typeface="Aptos"/>
                </a:rPr>
                <a:t>Yes</a:t>
              </a:r>
            </a:p>
          </p:txBody>
        </p:sp>
        <p:sp>
          <p:nvSpPr>
            <p:cNvPr id="22" name="TextBox 21"/>
            <p:cNvSpPr txBox="1"/>
            <p:nvPr/>
          </p:nvSpPr>
          <p:spPr>
            <a:xfrm>
              <a:off x="9771359" y="3657600"/>
              <a:ext cx="299761" cy="276999"/>
            </a:xfrm>
            <a:prstGeom prst="rect">
              <a:avLst/>
            </a:prstGeom>
            <a:noFill/>
          </p:spPr>
          <p:txBody>
            <a:bodyPr wrap="none" lIns="0" tIns="0" rIns="0" bIns="0">
              <a:spAutoFit/>
            </a:bodyPr>
            <a:lstStyle/>
            <a:p>
              <a:pPr algn="ctr"/>
              <a:r>
                <a:rPr b="1" dirty="0">
                  <a:solidFill>
                    <a:srgbClr val="E58B2E"/>
                  </a:solidFill>
                  <a:latin typeface="Aptos"/>
                </a:rPr>
                <a:t>No</a:t>
              </a:r>
            </a:p>
          </p:txBody>
        </p:sp>
        <p:sp>
          <p:nvSpPr>
            <p:cNvPr id="23" name="Rounded Rectangle 22"/>
            <p:cNvSpPr/>
            <p:nvPr/>
          </p:nvSpPr>
          <p:spPr>
            <a:xfrm>
              <a:off x="6053328" y="4069079"/>
              <a:ext cx="2377440" cy="1051561"/>
            </a:xfrm>
            <a:prstGeom prst="roundRect">
              <a:avLst/>
            </a:prstGeom>
            <a:solidFill>
              <a:srgbClr val="E5F3F9"/>
            </a:solidFill>
            <a:ln w="13970">
              <a:solidFill>
                <a:srgbClr val="2799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dirty="0">
                  <a:solidFill>
                    <a:srgbClr val="163953"/>
                  </a:solidFill>
                  <a:latin typeface="Aptos"/>
                </a:rPr>
                <a:t>Rayleigh test may be informative</a:t>
              </a:r>
            </a:p>
          </p:txBody>
        </p:sp>
        <p:sp>
          <p:nvSpPr>
            <p:cNvPr id="24" name="Rounded Rectangle 23"/>
            <p:cNvSpPr/>
            <p:nvPr/>
          </p:nvSpPr>
          <p:spPr>
            <a:xfrm>
              <a:off x="8915400" y="4069080"/>
              <a:ext cx="2514600" cy="1005840"/>
            </a:xfrm>
            <a:prstGeom prst="roundRect">
              <a:avLst/>
            </a:prstGeom>
            <a:solidFill>
              <a:srgbClr val="FFF4E5"/>
            </a:solidFill>
            <a:ln w="13970">
              <a:solidFill>
                <a:srgbClr val="E58B2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163953"/>
                  </a:solidFill>
                  <a:latin typeface="Aptos"/>
                </a:rPr>
                <a:t>Inspect groups, modes or other methods</a:t>
              </a:r>
            </a:p>
          </p:txBody>
        </p:sp>
        <p:sp>
          <p:nvSpPr>
            <p:cNvPr id="25" name="Rounded Rectangle 24"/>
            <p:cNvSpPr/>
            <p:nvPr/>
          </p:nvSpPr>
          <p:spPr>
            <a:xfrm>
              <a:off x="6126480" y="5554303"/>
              <a:ext cx="5212080" cy="612648"/>
            </a:xfrm>
            <a:prstGeom prst="roundRect">
              <a:avLst/>
            </a:prstGeom>
            <a:solidFill>
              <a:srgbClr val="FFF5F5"/>
            </a:solidFill>
            <a:ln w="13970">
              <a:solidFill>
                <a:srgbClr val="CC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dirty="0">
                  <a:solidFill>
                    <a:srgbClr val="CC3737"/>
                  </a:solidFill>
                  <a:latin typeface="Aptos"/>
                </a:rPr>
                <a:t>A non-significant </a:t>
              </a:r>
              <a:r>
                <a:rPr sz="2000" b="1" i="1" dirty="0">
                  <a:solidFill>
                    <a:srgbClr val="CC3737"/>
                  </a:solidFill>
                  <a:latin typeface="Aptos"/>
                </a:rPr>
                <a:t>p</a:t>
              </a:r>
              <a:r>
                <a:rPr sz="2000" b="1" dirty="0">
                  <a:solidFill>
                    <a:srgbClr val="CC3737"/>
                  </a:solidFill>
                  <a:latin typeface="Aptos"/>
                </a:rPr>
                <a:t>-value does not prove uniformity.</a:t>
              </a:r>
            </a:p>
          </p:txBody>
        </p:sp>
      </p:grpSp>
      <p:sp>
        <p:nvSpPr>
          <p:cNvPr id="26" name="TextBox 25"/>
          <p:cNvSpPr txBox="1"/>
          <p:nvPr/>
        </p:nvSpPr>
        <p:spPr>
          <a:xfrm>
            <a:off x="11064240" y="6556248"/>
            <a:ext cx="502920" cy="182880"/>
          </a:xfrm>
          <a:prstGeom prst="rect">
            <a:avLst/>
          </a:prstGeom>
          <a:noFill/>
        </p:spPr>
        <p:txBody>
          <a:bodyPr wrap="none">
            <a:spAutoFit/>
          </a:bodyPr>
          <a:lstStyle/>
          <a:p>
            <a:pPr algn="r"/>
            <a:fld id="{A79C9B04-E3AC-4B07-BACD-CF1935676870}" type="slidenum">
              <a:rPr lang="en-US" sz="700">
                <a:solidFill>
                  <a:srgbClr val="6E7B86"/>
                </a:solidFill>
              </a:rPr>
              <a:t>17</a:t>
            </a:fld>
            <a:endParaRPr lang="en-US" sz="700">
              <a:solidFill>
                <a:srgbClr val="6E7B8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85800" y="868680"/>
            <a:ext cx="1097280" cy="594360"/>
          </a:xfrm>
          <a:prstGeom prst="rect">
            <a:avLst/>
          </a:prstGeom>
          <a:noFill/>
          <a:ln/>
        </p:spPr>
        <p:txBody>
          <a:bodyPr wrap="square" lIns="0" tIns="0" rIns="0" bIns="0" rtlCol="0" anchor="ctr"/>
          <a:lstStyle/>
          <a:p>
            <a:pPr marL="0" indent="0">
              <a:buNone/>
            </a:pPr>
            <a:r>
              <a:rPr lang="en-US" sz="3200" b="1" dirty="0">
                <a:solidFill>
                  <a:srgbClr val="1F4E79"/>
                </a:solidFill>
                <a:latin typeface="Aptos Display" pitchFamily="34" charset="0"/>
                <a:ea typeface="Aptos Display" pitchFamily="34" charset="-122"/>
                <a:cs typeface="Aptos Display" pitchFamily="34" charset="-120"/>
              </a:rPr>
              <a:t>02</a:t>
            </a:r>
            <a:endParaRPr lang="en-US" sz="3200" dirty="0"/>
          </a:p>
        </p:txBody>
      </p:sp>
      <p:sp>
        <p:nvSpPr>
          <p:cNvPr id="3" name="Text 1"/>
          <p:cNvSpPr/>
          <p:nvPr/>
        </p:nvSpPr>
        <p:spPr>
          <a:xfrm>
            <a:off x="685800" y="1874520"/>
            <a:ext cx="10789920" cy="731520"/>
          </a:xfrm>
          <a:prstGeom prst="rect">
            <a:avLst/>
          </a:prstGeom>
          <a:noFill/>
          <a:ln/>
        </p:spPr>
        <p:txBody>
          <a:bodyPr wrap="square" lIns="0" tIns="0" rIns="0" bIns="0" rtlCol="0" anchor="ctr"/>
          <a:lstStyle/>
          <a:p>
            <a:pPr marL="0" indent="0">
              <a:buNone/>
            </a:pPr>
            <a:r>
              <a:rPr lang="en-US" sz="3800" b="1" dirty="0">
                <a:solidFill>
                  <a:srgbClr val="17324D"/>
                </a:solidFill>
                <a:latin typeface="Aptos Display" pitchFamily="34" charset="0"/>
                <a:ea typeface="Aptos Display" pitchFamily="34" charset="-122"/>
                <a:cs typeface="Aptos Display" pitchFamily="34" charset="-120"/>
              </a:rPr>
              <a:t>Dataset 1: circular-statistics fundamentals</a:t>
            </a:r>
            <a:endParaRPr lang="en-US" sz="3800" dirty="0"/>
          </a:p>
        </p:txBody>
      </p:sp>
      <p:sp>
        <p:nvSpPr>
          <p:cNvPr id="4" name="Text 2"/>
          <p:cNvSpPr/>
          <p:nvPr/>
        </p:nvSpPr>
        <p:spPr>
          <a:xfrm>
            <a:off x="713232" y="2761488"/>
            <a:ext cx="10058400" cy="914400"/>
          </a:xfrm>
          <a:prstGeom prst="rect">
            <a:avLst/>
          </a:prstGeom>
          <a:noFill/>
          <a:ln/>
        </p:spPr>
        <p:txBody>
          <a:bodyPr wrap="square" lIns="0" tIns="0" rIns="0" bIns="0" rtlCol="0" anchor="ctr">
            <a:normAutofit/>
          </a:bodyPr>
          <a:lstStyle/>
          <a:p>
            <a:pPr marL="0" indent="0">
              <a:buNone/>
            </a:pPr>
            <a:r>
              <a:rPr lang="en-US" sz="2800" dirty="0">
                <a:solidFill>
                  <a:srgbClr val="64748B"/>
                </a:solidFill>
                <a:latin typeface="Aptos" pitchFamily="34" charset="0"/>
                <a:ea typeface="Aptos" pitchFamily="34" charset="-122"/>
                <a:cs typeface="Aptos" pitchFamily="34" charset="-120"/>
              </a:rPr>
              <a:t>Synthetic Orthodox-church orientations: from rose diagram to Rayleigh reporting.</a:t>
            </a:r>
            <a:endParaRPr lang="en-US" sz="2800" dirty="0"/>
          </a:p>
        </p:txBody>
      </p:sp>
      <p:sp>
        <p:nvSpPr>
          <p:cNvPr id="5" name="Shape 3"/>
          <p:cNvSpPr/>
          <p:nvPr/>
        </p:nvSpPr>
        <p:spPr>
          <a:xfrm>
            <a:off x="713232" y="4005072"/>
            <a:ext cx="6035040" cy="0"/>
          </a:xfrm>
          <a:prstGeom prst="line">
            <a:avLst/>
          </a:prstGeom>
          <a:noFill/>
          <a:ln w="38100">
            <a:solidFill>
              <a:srgbClr val="1F4E79"/>
            </a:solidFill>
            <a:prstDash val="solid"/>
          </a:ln>
        </p:spPr>
        <p:txBody>
          <a:bodyPr/>
          <a:lstStyle/>
          <a:p>
            <a:endParaRPr lang="en-US"/>
          </a:p>
        </p:txBody>
      </p:sp>
      <p:sp>
        <p:nvSpPr>
          <p:cNvPr id="6" name="Shape 4"/>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8" name="Text 6"/>
          <p:cNvSpPr/>
          <p:nvPr/>
        </p:nvSpPr>
        <p:spPr>
          <a:xfrm>
            <a:off x="11064240" y="6556248"/>
            <a:ext cx="502920" cy="182880"/>
          </a:xfrm>
          <a:prstGeom prst="rect">
            <a:avLst/>
          </a:prstGeom>
          <a:noFill/>
          <a:ln/>
        </p:spPr>
        <p:txBody>
          <a:bodyPr wrap="square" lIns="0" tIns="0" rIns="0" bIns="0" rtlCol="0" anchor="ctr"/>
          <a:lstStyle/>
          <a:p>
            <a:pPr marL="0" indent="0" algn="r">
              <a:buNone/>
            </a:pPr>
            <a:r>
              <a:rPr lang="en-US" sz="750" dirty="0">
                <a:solidFill>
                  <a:srgbClr val="64748B"/>
                </a:solidFill>
                <a:latin typeface="Aptos" pitchFamily="34" charset="0"/>
                <a:ea typeface="Aptos" pitchFamily="34" charset="-122"/>
                <a:cs typeface="Aptos" pitchFamily="34" charset="-120"/>
              </a:rPr>
              <a:t> </a:t>
            </a:r>
            <a:endParaRPr lang="en-US" sz="750" dirty="0"/>
          </a:p>
        </p:txBody>
      </p:sp>
      <p:sp>
        <p:nvSpPr>
          <p:cNvPr id="9" name="TextBox 8"/>
          <p:cNvSpPr txBox="1"/>
          <p:nvPr/>
        </p:nvSpPr>
        <p:spPr>
          <a:xfrm>
            <a:off x="11064240" y="6556248"/>
            <a:ext cx="502920" cy="182880"/>
          </a:xfrm>
          <a:prstGeom prst="rect">
            <a:avLst/>
          </a:prstGeom>
          <a:noFill/>
        </p:spPr>
        <p:txBody>
          <a:bodyPr wrap="none">
            <a:spAutoFit/>
          </a:bodyPr>
          <a:lstStyle/>
          <a:p>
            <a:pPr algn="r"/>
            <a:fld id="{B8D67E41-447F-443C-9688-2CC906E17F06}" type="slidenum">
              <a:rPr lang="en-US" sz="700">
                <a:solidFill>
                  <a:srgbClr val="6E7B86"/>
                </a:solidFill>
              </a:rPr>
              <a:t>18</a:t>
            </a:fld>
            <a:endParaRPr lang="en-US" sz="700">
              <a:solidFill>
                <a:srgbClr val="6E7B86"/>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GUIDED EXERCISE</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Dataset 1: church orientations</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777240" y="1417320"/>
            <a:ext cx="5212080" cy="792006"/>
          </a:xfrm>
          <a:prstGeom prst="rect">
            <a:avLst/>
          </a:prstGeom>
          <a:noFill/>
          <a:ln/>
        </p:spPr>
        <p:txBody>
          <a:bodyPr wrap="square" lIns="635" tIns="635" rIns="635" bIns="635" rtlCol="0" anchor="t">
            <a:noAutofit/>
          </a:bodyPr>
          <a:lstStyle/>
          <a:p>
            <a:pPr marL="0" indent="0" algn="l">
              <a:buNone/>
            </a:pPr>
            <a:r>
              <a:rPr lang="en-US" sz="2400" b="1" dirty="0">
                <a:solidFill>
                  <a:srgbClr val="17324D"/>
                </a:solidFill>
                <a:latin typeface="Aptos" pitchFamily="34" charset="0"/>
                <a:ea typeface="Aptos" pitchFamily="34" charset="-122"/>
                <a:cs typeface="Aptos" pitchFamily="34" charset="-120"/>
              </a:rPr>
              <a:t>40 synthetic Orthodox churches. Direction is defined as:</a:t>
            </a:r>
            <a:endParaRPr lang="en-US" sz="2400" dirty="0"/>
          </a:p>
        </p:txBody>
      </p:sp>
      <p:sp>
        <p:nvSpPr>
          <p:cNvPr id="6" name="Text 4"/>
          <p:cNvSpPr/>
          <p:nvPr/>
        </p:nvSpPr>
        <p:spPr>
          <a:xfrm>
            <a:off x="777240" y="2511789"/>
            <a:ext cx="4114800" cy="658368"/>
          </a:xfrm>
          <a:prstGeom prst="rect">
            <a:avLst/>
          </a:prstGeom>
          <a:solidFill>
            <a:srgbClr val="E6FFFB"/>
          </a:solidFill>
          <a:ln w="15240">
            <a:solidFill>
              <a:srgbClr val="1C7C7D"/>
            </a:solidFill>
          </a:ln>
        </p:spPr>
        <p:txBody>
          <a:bodyPr wrap="square" lIns="1778" tIns="1778" rIns="1778" bIns="1778" rtlCol="0" anchor="ctr">
            <a:normAutofit/>
          </a:bodyPr>
          <a:lstStyle/>
          <a:p>
            <a:pPr marL="0" indent="0" algn="ctr">
              <a:buNone/>
            </a:pPr>
            <a:r>
              <a:rPr lang="en-US" sz="2600" dirty="0">
                <a:solidFill>
                  <a:srgbClr val="1E293B"/>
                </a:solidFill>
                <a:latin typeface="Aptos" pitchFamily="34" charset="0"/>
                <a:ea typeface="Aptos" pitchFamily="34" charset="-122"/>
                <a:cs typeface="Aptos" pitchFamily="34" charset="-120"/>
              </a:rPr>
              <a:t>entrance  →  apse</a:t>
            </a:r>
            <a:endParaRPr lang="en-US" sz="2600" dirty="0"/>
          </a:p>
        </p:txBody>
      </p:sp>
      <p:sp>
        <p:nvSpPr>
          <p:cNvPr id="7" name="Text 5"/>
          <p:cNvSpPr/>
          <p:nvPr/>
        </p:nvSpPr>
        <p:spPr>
          <a:xfrm>
            <a:off x="6400800" y="1405889"/>
            <a:ext cx="4389120" cy="320040"/>
          </a:xfrm>
          <a:prstGeom prst="rect">
            <a:avLst/>
          </a:prstGeom>
          <a:noFill/>
          <a:ln/>
        </p:spPr>
        <p:txBody>
          <a:bodyPr wrap="square" lIns="635" tIns="635" rIns="635" bIns="635" rtlCol="0" anchor="t">
            <a:noAutofit/>
          </a:bodyPr>
          <a:lstStyle/>
          <a:p>
            <a:pPr marL="0" indent="0" algn="l">
              <a:buNone/>
            </a:pPr>
            <a:r>
              <a:rPr lang="en-US" sz="2400" b="1" dirty="0">
                <a:solidFill>
                  <a:srgbClr val="17324D"/>
                </a:solidFill>
                <a:latin typeface="Aptos" pitchFamily="34" charset="0"/>
                <a:ea typeface="Aptos" pitchFamily="34" charset="-122"/>
                <a:cs typeface="Aptos" pitchFamily="34" charset="-120"/>
              </a:rPr>
              <a:t>Variables you use:</a:t>
            </a:r>
            <a:endParaRPr lang="en-US" sz="2400" dirty="0"/>
          </a:p>
        </p:txBody>
      </p:sp>
      <p:sp>
        <p:nvSpPr>
          <p:cNvPr id="8" name="Text 6"/>
          <p:cNvSpPr/>
          <p:nvPr/>
        </p:nvSpPr>
        <p:spPr>
          <a:xfrm>
            <a:off x="6400800" y="2281426"/>
            <a:ext cx="3773214" cy="2088355"/>
          </a:xfrm>
          <a:prstGeom prst="rect">
            <a:avLst/>
          </a:prstGeom>
          <a:solidFill>
            <a:srgbClr val="F1F5F9"/>
          </a:solidFill>
          <a:ln w="10160">
            <a:solidFill>
              <a:srgbClr val="CBD5E1"/>
            </a:solidFill>
          </a:ln>
        </p:spPr>
        <p:txBody>
          <a:bodyPr wrap="square" lIns="1524" tIns="1524" rIns="1524" bIns="1524" rtlCol="0" anchor="ctr">
            <a:noAutofit/>
          </a:bodyPr>
          <a:lstStyle/>
          <a:p>
            <a:pPr marL="180000" indent="0">
              <a:buNone/>
            </a:pPr>
            <a:r>
              <a:rPr lang="en-US" sz="2400" dirty="0">
                <a:solidFill>
                  <a:srgbClr val="0F172A"/>
                </a:solidFill>
                <a:latin typeface="Courier New" pitchFamily="34" charset="0"/>
                <a:ea typeface="Courier New" pitchFamily="34" charset="-122"/>
                <a:cs typeface="Courier New" pitchFamily="34" charset="-120"/>
              </a:rPr>
              <a:t>site_id</a:t>
            </a:r>
            <a:endParaRPr lang="en-US" sz="2400" dirty="0"/>
          </a:p>
          <a:p>
            <a:pPr marL="180000" indent="0">
              <a:buNone/>
            </a:pPr>
            <a:r>
              <a:rPr lang="en-US" sz="2400" dirty="0">
                <a:solidFill>
                  <a:srgbClr val="0F172A"/>
                </a:solidFill>
                <a:latin typeface="Courier New" pitchFamily="34" charset="0"/>
                <a:ea typeface="Courier New" pitchFamily="34" charset="-122"/>
                <a:cs typeface="Courier New" pitchFamily="34" charset="-120"/>
              </a:rPr>
              <a:t>azimuth_deg</a:t>
            </a:r>
            <a:endParaRPr lang="en-US" sz="2400" dirty="0"/>
          </a:p>
          <a:p>
            <a:pPr marL="180000" indent="0">
              <a:buNone/>
            </a:pPr>
            <a:r>
              <a:rPr lang="en-US" sz="2400" dirty="0">
                <a:solidFill>
                  <a:srgbClr val="0F172A"/>
                </a:solidFill>
                <a:latin typeface="Courier New" pitchFamily="34" charset="0"/>
                <a:ea typeface="Courier New" pitchFamily="34" charset="-122"/>
                <a:cs typeface="Courier New" pitchFamily="34" charset="-120"/>
              </a:rPr>
              <a:t>uncertainty_deg</a:t>
            </a:r>
            <a:endParaRPr lang="en-US" sz="2400" dirty="0"/>
          </a:p>
          <a:p>
            <a:pPr marL="180000" indent="0">
              <a:buNone/>
            </a:pPr>
            <a:r>
              <a:rPr lang="en-US" sz="2400" dirty="0">
                <a:solidFill>
                  <a:srgbClr val="0F172A"/>
                </a:solidFill>
                <a:latin typeface="Courier New" pitchFamily="34" charset="0"/>
                <a:ea typeface="Courier New" pitchFamily="34" charset="-122"/>
                <a:cs typeface="Courier New" pitchFamily="34" charset="-120"/>
              </a:rPr>
              <a:t>period</a:t>
            </a:r>
            <a:endParaRPr lang="en-US" sz="2400" dirty="0"/>
          </a:p>
          <a:p>
            <a:pPr marL="180000" indent="0">
              <a:buNone/>
            </a:pPr>
            <a:r>
              <a:rPr lang="en-US" sz="2400" dirty="0">
                <a:solidFill>
                  <a:srgbClr val="0F172A"/>
                </a:solidFill>
                <a:latin typeface="Courier New" pitchFamily="34" charset="0"/>
                <a:ea typeface="Courier New" pitchFamily="34" charset="-122"/>
                <a:cs typeface="Courier New" pitchFamily="34" charset="-120"/>
              </a:rPr>
              <a:t>setting</a:t>
            </a:r>
            <a:endParaRPr lang="en-US" sz="2400" dirty="0"/>
          </a:p>
        </p:txBody>
      </p:sp>
      <p:sp>
        <p:nvSpPr>
          <p:cNvPr id="9" name="Text 7"/>
          <p:cNvSpPr/>
          <p:nvPr/>
        </p:nvSpPr>
        <p:spPr>
          <a:xfrm>
            <a:off x="914400" y="4841747"/>
            <a:ext cx="10058400" cy="1197865"/>
          </a:xfrm>
          <a:prstGeom prst="rect">
            <a:avLst/>
          </a:prstGeom>
          <a:solidFill>
            <a:srgbClr val="FFF8E8"/>
          </a:solidFill>
          <a:ln w="15240">
            <a:solidFill>
              <a:srgbClr val="D99A2B"/>
            </a:solidFill>
          </a:ln>
        </p:spPr>
        <p:txBody>
          <a:bodyPr wrap="square" lIns="1778" tIns="1778" rIns="1778" bIns="1778" rtlCol="0" anchor="ctr">
            <a:noAutofit/>
          </a:bodyPr>
          <a:lstStyle/>
          <a:p>
            <a:pPr marL="0" indent="0" algn="ctr">
              <a:buNone/>
            </a:pPr>
            <a:r>
              <a:rPr lang="en-US" sz="2400" dirty="0">
                <a:solidFill>
                  <a:srgbClr val="1E293B"/>
                </a:solidFill>
                <a:latin typeface="Aptos" pitchFamily="34" charset="0"/>
                <a:ea typeface="Aptos" pitchFamily="34" charset="-122"/>
                <a:cs typeface="Aptos" pitchFamily="34" charset="-120"/>
              </a:rPr>
              <a:t>The data are plausible, but fictional. Do not interpret them as real measurements.</a:t>
            </a:r>
            <a:endParaRPr lang="en-US" sz="2400" dirty="0"/>
          </a:p>
        </p:txBody>
      </p:sp>
      <p:sp>
        <p:nvSpPr>
          <p:cNvPr id="10" name="Shape 8"/>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1" name="Text 9"/>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Circular-statistics fundamentals</a:t>
            </a:r>
            <a:endParaRPr lang="en-US" sz="750" dirty="0"/>
          </a:p>
        </p:txBody>
      </p:sp>
      <p:sp>
        <p:nvSpPr>
          <p:cNvPr id="12" name="TextBox 11"/>
          <p:cNvSpPr txBox="1"/>
          <p:nvPr/>
        </p:nvSpPr>
        <p:spPr>
          <a:xfrm>
            <a:off x="11064240" y="6556248"/>
            <a:ext cx="502920" cy="182880"/>
          </a:xfrm>
          <a:prstGeom prst="rect">
            <a:avLst/>
          </a:prstGeom>
          <a:noFill/>
        </p:spPr>
        <p:txBody>
          <a:bodyPr wrap="none">
            <a:spAutoFit/>
          </a:bodyPr>
          <a:lstStyle/>
          <a:p>
            <a:pPr algn="r"/>
            <a:fld id="{110F4782-776B-4BC8-B227-DCD45ACFFA3E}" type="slidenum">
              <a:rPr lang="en-US" sz="700">
                <a:solidFill>
                  <a:srgbClr val="6E7B86"/>
                </a:solidFill>
              </a:rPr>
              <a:t>19</a:t>
            </a:fld>
            <a:endParaRPr lang="en-US" sz="700">
              <a:solidFill>
                <a:srgbClr val="6E7B86"/>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EXPECTED RESULTS</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Dataset 1: what you should obtain</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4051212" y="1387366"/>
            <a:ext cx="3931920" cy="320040"/>
          </a:xfrm>
          <a:prstGeom prst="rect">
            <a:avLst/>
          </a:prstGeom>
          <a:noFill/>
          <a:ln/>
        </p:spPr>
        <p:txBody>
          <a:bodyPr wrap="square" lIns="0" tIns="0" rIns="0" bIns="0" rtlCol="0" anchor="ctr"/>
          <a:lstStyle/>
          <a:p>
            <a:pPr marL="0" indent="0">
              <a:buNone/>
            </a:pPr>
            <a:r>
              <a:rPr lang="en-US" sz="2600" dirty="0">
                <a:solidFill>
                  <a:srgbClr val="1E293B"/>
                </a:solidFill>
              </a:rPr>
              <a:t>Circular mean</a:t>
            </a:r>
            <a:endParaRPr lang="en-US" sz="2600" dirty="0"/>
          </a:p>
        </p:txBody>
      </p:sp>
      <p:sp>
        <p:nvSpPr>
          <p:cNvPr id="6" name="Text 4"/>
          <p:cNvSpPr/>
          <p:nvPr/>
        </p:nvSpPr>
        <p:spPr>
          <a:xfrm>
            <a:off x="6061316" y="1317368"/>
            <a:ext cx="2011680" cy="411480"/>
          </a:xfrm>
          <a:prstGeom prst="rect">
            <a:avLst/>
          </a:prstGeom>
          <a:noFill/>
          <a:ln/>
        </p:spPr>
        <p:txBody>
          <a:bodyPr wrap="square" lIns="0" tIns="0" rIns="0" bIns="0" rtlCol="0" anchor="ctr"/>
          <a:lstStyle/>
          <a:p>
            <a:pPr marL="0" indent="0" algn="r">
              <a:buNone/>
            </a:pPr>
            <a:r>
              <a:rPr lang="en-US" sz="2800" b="1" dirty="0">
                <a:solidFill>
                  <a:srgbClr val="1F4E79"/>
                </a:solidFill>
              </a:rPr>
              <a:t>98.49°</a:t>
            </a:r>
            <a:endParaRPr lang="en-US" sz="2800" dirty="0"/>
          </a:p>
        </p:txBody>
      </p:sp>
      <p:sp>
        <p:nvSpPr>
          <p:cNvPr id="7" name="Text 5"/>
          <p:cNvSpPr/>
          <p:nvPr/>
        </p:nvSpPr>
        <p:spPr>
          <a:xfrm>
            <a:off x="4051212" y="2054878"/>
            <a:ext cx="3931920" cy="320040"/>
          </a:xfrm>
          <a:prstGeom prst="rect">
            <a:avLst/>
          </a:prstGeom>
          <a:noFill/>
          <a:ln/>
        </p:spPr>
        <p:txBody>
          <a:bodyPr wrap="square" lIns="0" tIns="0" rIns="0" bIns="0" rtlCol="0" anchor="ctr"/>
          <a:lstStyle/>
          <a:p>
            <a:pPr marL="0" indent="0">
              <a:buNone/>
            </a:pPr>
            <a:r>
              <a:rPr lang="en-US" sz="2600" dirty="0">
                <a:solidFill>
                  <a:srgbClr val="1E293B"/>
                </a:solidFill>
              </a:rPr>
              <a:t>R-bar</a:t>
            </a:r>
            <a:endParaRPr lang="en-US" sz="2600" dirty="0"/>
          </a:p>
        </p:txBody>
      </p:sp>
      <p:sp>
        <p:nvSpPr>
          <p:cNvPr id="8" name="Text 6"/>
          <p:cNvSpPr/>
          <p:nvPr/>
        </p:nvSpPr>
        <p:spPr>
          <a:xfrm>
            <a:off x="6061316" y="1984880"/>
            <a:ext cx="2011680" cy="411480"/>
          </a:xfrm>
          <a:prstGeom prst="rect">
            <a:avLst/>
          </a:prstGeom>
          <a:noFill/>
          <a:ln/>
        </p:spPr>
        <p:txBody>
          <a:bodyPr wrap="square" lIns="0" tIns="0" rIns="0" bIns="0" rtlCol="0" anchor="ctr"/>
          <a:lstStyle/>
          <a:p>
            <a:pPr marL="0" indent="0" algn="r">
              <a:buNone/>
            </a:pPr>
            <a:r>
              <a:rPr lang="en-US" sz="2800" b="1" dirty="0">
                <a:solidFill>
                  <a:srgbClr val="1F4E79"/>
                </a:solidFill>
              </a:rPr>
              <a:t>0.941</a:t>
            </a:r>
            <a:endParaRPr lang="en-US" sz="2800" dirty="0"/>
          </a:p>
        </p:txBody>
      </p:sp>
      <p:sp>
        <p:nvSpPr>
          <p:cNvPr id="9" name="Text 7"/>
          <p:cNvSpPr/>
          <p:nvPr/>
        </p:nvSpPr>
        <p:spPr>
          <a:xfrm>
            <a:off x="4051212" y="2722390"/>
            <a:ext cx="3931920" cy="320040"/>
          </a:xfrm>
          <a:prstGeom prst="rect">
            <a:avLst/>
          </a:prstGeom>
          <a:noFill/>
          <a:ln/>
        </p:spPr>
        <p:txBody>
          <a:bodyPr wrap="square" lIns="0" tIns="0" rIns="0" bIns="0" rtlCol="0" anchor="ctr"/>
          <a:lstStyle/>
          <a:p>
            <a:pPr marL="0" indent="0">
              <a:buNone/>
            </a:pPr>
            <a:r>
              <a:rPr lang="en-US" sz="2600" dirty="0">
                <a:solidFill>
                  <a:srgbClr val="1E293B"/>
                </a:solidFill>
              </a:rPr>
              <a:t>Circular variance</a:t>
            </a:r>
            <a:endParaRPr lang="en-US" sz="2600" dirty="0"/>
          </a:p>
        </p:txBody>
      </p:sp>
      <p:sp>
        <p:nvSpPr>
          <p:cNvPr id="10" name="Text 8"/>
          <p:cNvSpPr/>
          <p:nvPr/>
        </p:nvSpPr>
        <p:spPr>
          <a:xfrm>
            <a:off x="6061316" y="2652392"/>
            <a:ext cx="2011680" cy="411480"/>
          </a:xfrm>
          <a:prstGeom prst="rect">
            <a:avLst/>
          </a:prstGeom>
          <a:noFill/>
          <a:ln/>
        </p:spPr>
        <p:txBody>
          <a:bodyPr wrap="square" lIns="0" tIns="0" rIns="0" bIns="0" rtlCol="0" anchor="ctr"/>
          <a:lstStyle/>
          <a:p>
            <a:pPr marL="0" indent="0" algn="r">
              <a:buNone/>
            </a:pPr>
            <a:r>
              <a:rPr lang="en-US" sz="2800" b="1" dirty="0">
                <a:solidFill>
                  <a:srgbClr val="1F4E79"/>
                </a:solidFill>
              </a:rPr>
              <a:t>0.059</a:t>
            </a:r>
            <a:endParaRPr lang="en-US" sz="2800" dirty="0"/>
          </a:p>
        </p:txBody>
      </p:sp>
      <p:sp>
        <p:nvSpPr>
          <p:cNvPr id="11" name="Text 9"/>
          <p:cNvSpPr/>
          <p:nvPr/>
        </p:nvSpPr>
        <p:spPr>
          <a:xfrm>
            <a:off x="4051212" y="3389902"/>
            <a:ext cx="3931920" cy="320040"/>
          </a:xfrm>
          <a:prstGeom prst="rect">
            <a:avLst/>
          </a:prstGeom>
          <a:noFill/>
          <a:ln/>
        </p:spPr>
        <p:txBody>
          <a:bodyPr wrap="square" lIns="0" tIns="0" rIns="0" bIns="0" rtlCol="0" anchor="ctr"/>
          <a:lstStyle/>
          <a:p>
            <a:pPr marL="0" indent="0">
              <a:buNone/>
            </a:pPr>
            <a:r>
              <a:rPr lang="en-US" sz="2600" dirty="0">
                <a:solidFill>
                  <a:srgbClr val="1E293B"/>
                </a:solidFill>
              </a:rPr>
              <a:t>Circular SD</a:t>
            </a:r>
            <a:endParaRPr lang="en-US" sz="2600" dirty="0"/>
          </a:p>
        </p:txBody>
      </p:sp>
      <p:sp>
        <p:nvSpPr>
          <p:cNvPr id="12" name="Text 10"/>
          <p:cNvSpPr/>
          <p:nvPr/>
        </p:nvSpPr>
        <p:spPr>
          <a:xfrm>
            <a:off x="6061316" y="3319904"/>
            <a:ext cx="2011680" cy="411480"/>
          </a:xfrm>
          <a:prstGeom prst="rect">
            <a:avLst/>
          </a:prstGeom>
          <a:noFill/>
          <a:ln/>
        </p:spPr>
        <p:txBody>
          <a:bodyPr wrap="square" lIns="0" tIns="0" rIns="0" bIns="0" rtlCol="0" anchor="ctr"/>
          <a:lstStyle/>
          <a:p>
            <a:pPr marL="0" indent="0" algn="r">
              <a:buNone/>
            </a:pPr>
            <a:r>
              <a:rPr lang="en-US" sz="2800" b="1" dirty="0">
                <a:solidFill>
                  <a:srgbClr val="1F4E79"/>
                </a:solidFill>
              </a:rPr>
              <a:t>19.96°</a:t>
            </a:r>
            <a:endParaRPr lang="en-US" sz="2800" dirty="0"/>
          </a:p>
        </p:txBody>
      </p:sp>
      <p:sp>
        <p:nvSpPr>
          <p:cNvPr id="13" name="Text 11"/>
          <p:cNvSpPr/>
          <p:nvPr/>
        </p:nvSpPr>
        <p:spPr>
          <a:xfrm>
            <a:off x="4051212" y="4057414"/>
            <a:ext cx="3931920" cy="320040"/>
          </a:xfrm>
          <a:prstGeom prst="rect">
            <a:avLst/>
          </a:prstGeom>
          <a:noFill/>
          <a:ln/>
        </p:spPr>
        <p:txBody>
          <a:bodyPr wrap="square" lIns="0" tIns="0" rIns="0" bIns="0" rtlCol="0" anchor="ctr"/>
          <a:lstStyle/>
          <a:p>
            <a:pPr marL="0" indent="0">
              <a:buNone/>
            </a:pPr>
            <a:r>
              <a:rPr lang="en-US" sz="2600" dirty="0">
                <a:solidFill>
                  <a:srgbClr val="1E293B"/>
                </a:solidFill>
              </a:rPr>
              <a:t>Rayleigh </a:t>
            </a:r>
            <a:r>
              <a:rPr lang="en-US" sz="2600" i="1" dirty="0">
                <a:solidFill>
                  <a:srgbClr val="1E293B"/>
                </a:solidFill>
              </a:rPr>
              <a:t>z</a:t>
            </a:r>
            <a:endParaRPr lang="en-US" sz="2600" i="1" dirty="0"/>
          </a:p>
        </p:txBody>
      </p:sp>
      <p:sp>
        <p:nvSpPr>
          <p:cNvPr id="14" name="Text 12"/>
          <p:cNvSpPr/>
          <p:nvPr/>
        </p:nvSpPr>
        <p:spPr>
          <a:xfrm>
            <a:off x="6061316" y="3987416"/>
            <a:ext cx="2011680" cy="411480"/>
          </a:xfrm>
          <a:prstGeom prst="rect">
            <a:avLst/>
          </a:prstGeom>
          <a:noFill/>
          <a:ln/>
        </p:spPr>
        <p:txBody>
          <a:bodyPr wrap="square" lIns="0" tIns="0" rIns="0" bIns="0" rtlCol="0" anchor="ctr"/>
          <a:lstStyle/>
          <a:p>
            <a:pPr marL="0" indent="0" algn="r">
              <a:buNone/>
            </a:pPr>
            <a:r>
              <a:rPr lang="en-US" sz="2800" b="1" dirty="0">
                <a:solidFill>
                  <a:srgbClr val="1F4E79"/>
                </a:solidFill>
              </a:rPr>
              <a:t>35.43</a:t>
            </a:r>
            <a:endParaRPr lang="en-US" sz="2800" dirty="0"/>
          </a:p>
        </p:txBody>
      </p:sp>
      <p:sp>
        <p:nvSpPr>
          <p:cNvPr id="15" name="Text 13"/>
          <p:cNvSpPr/>
          <p:nvPr/>
        </p:nvSpPr>
        <p:spPr>
          <a:xfrm>
            <a:off x="4051212" y="4724926"/>
            <a:ext cx="3931920" cy="320040"/>
          </a:xfrm>
          <a:prstGeom prst="rect">
            <a:avLst/>
          </a:prstGeom>
          <a:noFill/>
          <a:ln/>
        </p:spPr>
        <p:txBody>
          <a:bodyPr wrap="square" lIns="0" tIns="0" rIns="0" bIns="0" rtlCol="0" anchor="ctr"/>
          <a:lstStyle/>
          <a:p>
            <a:pPr marL="0" indent="0">
              <a:buNone/>
            </a:pPr>
            <a:r>
              <a:rPr lang="en-US" sz="2600" dirty="0">
                <a:solidFill>
                  <a:srgbClr val="1E293B"/>
                </a:solidFill>
              </a:rPr>
              <a:t>Rayleigh </a:t>
            </a:r>
            <a:r>
              <a:rPr lang="en-US" sz="2600" i="1" dirty="0">
                <a:solidFill>
                  <a:srgbClr val="1E293B"/>
                </a:solidFill>
              </a:rPr>
              <a:t>p</a:t>
            </a:r>
            <a:endParaRPr lang="en-US" sz="2600" i="1" dirty="0"/>
          </a:p>
        </p:txBody>
      </p:sp>
      <p:sp>
        <p:nvSpPr>
          <p:cNvPr id="16" name="Text 14"/>
          <p:cNvSpPr/>
          <p:nvPr/>
        </p:nvSpPr>
        <p:spPr>
          <a:xfrm>
            <a:off x="6061316" y="4654928"/>
            <a:ext cx="2011680" cy="411480"/>
          </a:xfrm>
          <a:prstGeom prst="rect">
            <a:avLst/>
          </a:prstGeom>
          <a:noFill/>
          <a:ln/>
        </p:spPr>
        <p:txBody>
          <a:bodyPr wrap="square" lIns="0" tIns="0" rIns="0" bIns="0" rtlCol="0" anchor="ctr"/>
          <a:lstStyle/>
          <a:p>
            <a:pPr marL="0" indent="0" algn="r">
              <a:buNone/>
            </a:pPr>
            <a:r>
              <a:rPr lang="en-US" sz="2800" b="1" dirty="0">
                <a:solidFill>
                  <a:srgbClr val="1F4E79"/>
                </a:solidFill>
              </a:rPr>
              <a:t>&lt; .001</a:t>
            </a:r>
            <a:endParaRPr lang="en-US" sz="2800" dirty="0"/>
          </a:p>
        </p:txBody>
      </p:sp>
      <p:sp>
        <p:nvSpPr>
          <p:cNvPr id="17" name="Text 15"/>
          <p:cNvSpPr/>
          <p:nvPr/>
        </p:nvSpPr>
        <p:spPr>
          <a:xfrm>
            <a:off x="1097280" y="5367528"/>
            <a:ext cx="10058400" cy="987552"/>
          </a:xfrm>
          <a:prstGeom prst="rect">
            <a:avLst/>
          </a:prstGeom>
          <a:solidFill>
            <a:srgbClr val="EFF6FF"/>
          </a:solidFill>
          <a:ln w="15240">
            <a:solidFill>
              <a:srgbClr val="1C7C7D"/>
            </a:solidFill>
          </a:ln>
        </p:spPr>
        <p:txBody>
          <a:bodyPr wrap="square" lIns="1778" tIns="1778" rIns="1778" bIns="1778" rtlCol="0" anchor="ctr">
            <a:noAutofit/>
          </a:bodyPr>
          <a:lstStyle/>
          <a:p>
            <a:pPr marL="0" indent="0" algn="ctr">
              <a:buNone/>
            </a:pPr>
            <a:r>
              <a:rPr lang="en-US" sz="2800" dirty="0">
                <a:solidFill>
                  <a:srgbClr val="1E293B"/>
                </a:solidFill>
                <a:latin typeface="Aptos" pitchFamily="34" charset="0"/>
                <a:ea typeface="Aptos" pitchFamily="34" charset="-122"/>
                <a:cs typeface="Aptos" pitchFamily="34" charset="-120"/>
              </a:rPr>
              <a:t>The statistical pattern is clear: a strong non-uniform </a:t>
            </a:r>
            <a:br>
              <a:rPr lang="en-US" sz="2800" dirty="0">
                <a:solidFill>
                  <a:srgbClr val="1E293B"/>
                </a:solidFill>
                <a:latin typeface="Aptos" pitchFamily="34" charset="0"/>
                <a:ea typeface="Aptos" pitchFamily="34" charset="-122"/>
                <a:cs typeface="Aptos" pitchFamily="34" charset="-120"/>
              </a:rPr>
            </a:br>
            <a:r>
              <a:rPr lang="en-US" sz="2800" dirty="0">
                <a:solidFill>
                  <a:srgbClr val="1E293B"/>
                </a:solidFill>
                <a:latin typeface="Aptos" pitchFamily="34" charset="0"/>
                <a:ea typeface="Aptos" pitchFamily="34" charset="-122"/>
                <a:cs typeface="Aptos" pitchFamily="34" charset="-120"/>
              </a:rPr>
              <a:t>easterly/east-southeasterly concentration.</a:t>
            </a:r>
            <a:endParaRPr lang="en-US" sz="2800" dirty="0"/>
          </a:p>
        </p:txBody>
      </p:sp>
      <p:sp>
        <p:nvSpPr>
          <p:cNvPr id="18" name="Shape 16"/>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9" name="Text 17"/>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Circular-statistics fundamentals</a:t>
            </a:r>
            <a:endParaRPr lang="en-US" sz="750" dirty="0"/>
          </a:p>
        </p:txBody>
      </p:sp>
      <p:sp>
        <p:nvSpPr>
          <p:cNvPr id="20" name="TextBox 19"/>
          <p:cNvSpPr txBox="1"/>
          <p:nvPr/>
        </p:nvSpPr>
        <p:spPr>
          <a:xfrm>
            <a:off x="11064240" y="6556248"/>
            <a:ext cx="502920" cy="182880"/>
          </a:xfrm>
          <a:prstGeom prst="rect">
            <a:avLst/>
          </a:prstGeom>
          <a:noFill/>
        </p:spPr>
        <p:txBody>
          <a:bodyPr wrap="none">
            <a:spAutoFit/>
          </a:bodyPr>
          <a:lstStyle/>
          <a:p>
            <a:pPr algn="r"/>
            <a:fld id="{300C7C27-A738-4C88-99A0-A26A2805A34A}" type="slidenum">
              <a:rPr lang="en-US" sz="700">
                <a:solidFill>
                  <a:srgbClr val="6E7B86"/>
                </a:solidFill>
              </a:rPr>
              <a:t>20</a:t>
            </a:fld>
            <a:endParaRPr lang="en-US" sz="700">
              <a:solidFill>
                <a:srgbClr val="6E7B86"/>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MANUSCRIPT LANGUAGE</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Reporting the result without overclaiming</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822960" y="1417320"/>
            <a:ext cx="10607040" cy="1060704"/>
          </a:xfrm>
          <a:prstGeom prst="rect">
            <a:avLst/>
          </a:prstGeom>
          <a:solidFill>
            <a:srgbClr val="F8FAFC"/>
          </a:solidFill>
          <a:ln w="15240">
            <a:solidFill>
              <a:srgbClr val="1F4E79"/>
            </a:solidFill>
          </a:ln>
        </p:spPr>
        <p:txBody>
          <a:bodyPr wrap="square" lIns="1778" tIns="1778" rIns="1778" bIns="1778" rtlCol="0" anchor="ctr">
            <a:noAutofit/>
          </a:bodyPr>
          <a:lstStyle/>
          <a:p>
            <a:pPr marL="0" indent="0">
              <a:buNone/>
            </a:pPr>
            <a:r>
              <a:rPr lang="en-US" sz="2400" dirty="0">
                <a:solidFill>
                  <a:srgbClr val="1E293B"/>
                </a:solidFill>
                <a:latin typeface="Aptos" pitchFamily="34" charset="0"/>
                <a:ea typeface="Aptos" pitchFamily="34" charset="-122"/>
                <a:cs typeface="Aptos" pitchFamily="34" charset="-120"/>
              </a:rPr>
              <a:t>The distribution of church orientations was significantly non-uniform, Rayleigh’s </a:t>
            </a:r>
            <a:br>
              <a:rPr lang="en-US" sz="2400" dirty="0">
                <a:solidFill>
                  <a:srgbClr val="1E293B"/>
                </a:solidFill>
                <a:latin typeface="Aptos" pitchFamily="34" charset="0"/>
                <a:ea typeface="Aptos" pitchFamily="34" charset="-122"/>
                <a:cs typeface="Aptos" pitchFamily="34" charset="-120"/>
              </a:rPr>
            </a:br>
            <a:r>
              <a:rPr lang="en-US" sz="2400" i="1" dirty="0">
                <a:solidFill>
                  <a:srgbClr val="1E293B"/>
                </a:solidFill>
                <a:latin typeface="Aptos" pitchFamily="34" charset="0"/>
                <a:ea typeface="Aptos" pitchFamily="34" charset="-122"/>
                <a:cs typeface="Aptos" pitchFamily="34" charset="-120"/>
              </a:rPr>
              <a:t>z</a:t>
            </a:r>
            <a:r>
              <a:rPr lang="en-US" sz="2400" dirty="0">
                <a:solidFill>
                  <a:srgbClr val="1E293B"/>
                </a:solidFill>
                <a:latin typeface="Aptos" pitchFamily="34" charset="0"/>
                <a:ea typeface="Aptos" pitchFamily="34" charset="-122"/>
                <a:cs typeface="Aptos" pitchFamily="34" charset="-120"/>
              </a:rPr>
              <a:t> = 35.43, </a:t>
            </a:r>
            <a:r>
              <a:rPr lang="en-US" sz="2400" i="1" dirty="0">
                <a:solidFill>
                  <a:srgbClr val="1E293B"/>
                </a:solidFill>
                <a:latin typeface="Aptos" pitchFamily="34" charset="0"/>
                <a:ea typeface="Aptos" pitchFamily="34" charset="-122"/>
                <a:cs typeface="Aptos" pitchFamily="34" charset="-120"/>
              </a:rPr>
              <a:t>p</a:t>
            </a:r>
            <a:r>
              <a:rPr lang="en-US" sz="2400" dirty="0">
                <a:solidFill>
                  <a:srgbClr val="1E293B"/>
                </a:solidFill>
                <a:latin typeface="Aptos" pitchFamily="34" charset="0"/>
                <a:ea typeface="Aptos" pitchFamily="34" charset="-122"/>
                <a:cs typeface="Aptos" pitchFamily="34" charset="-120"/>
              </a:rPr>
              <a:t> &lt; .001. The mean direction was 98.49° (</a:t>
            </a:r>
            <a:r>
              <a:rPr lang="en-US" sz="2400" i="1" dirty="0">
                <a:solidFill>
                  <a:srgbClr val="1E293B"/>
                </a:solidFill>
                <a:latin typeface="Aptos" pitchFamily="34" charset="0"/>
                <a:ea typeface="Aptos" pitchFamily="34" charset="-122"/>
                <a:cs typeface="Aptos" pitchFamily="34" charset="-120"/>
              </a:rPr>
              <a:t>R</a:t>
            </a:r>
            <a:r>
              <a:rPr lang="en-US" sz="2400" dirty="0">
                <a:solidFill>
                  <a:srgbClr val="1E293B"/>
                </a:solidFill>
                <a:latin typeface="Aptos" pitchFamily="34" charset="0"/>
                <a:ea typeface="Aptos" pitchFamily="34" charset="-122"/>
                <a:cs typeface="Aptos" pitchFamily="34" charset="-120"/>
              </a:rPr>
              <a:t>-bar = .941, </a:t>
            </a:r>
            <a:r>
              <a:rPr lang="en-US" sz="2400" i="1" dirty="0">
                <a:solidFill>
                  <a:srgbClr val="1E293B"/>
                </a:solidFill>
                <a:latin typeface="Aptos" pitchFamily="34" charset="0"/>
                <a:ea typeface="Aptos" pitchFamily="34" charset="-122"/>
                <a:cs typeface="Aptos" pitchFamily="34" charset="-120"/>
              </a:rPr>
              <a:t>n</a:t>
            </a:r>
            <a:r>
              <a:rPr lang="en-US" sz="2400" dirty="0">
                <a:solidFill>
                  <a:srgbClr val="1E293B"/>
                </a:solidFill>
                <a:latin typeface="Aptos" pitchFamily="34" charset="0"/>
                <a:ea typeface="Aptos" pitchFamily="34" charset="-122"/>
                <a:cs typeface="Aptos" pitchFamily="34" charset="-120"/>
              </a:rPr>
              <a:t> = 40).</a:t>
            </a:r>
            <a:endParaRPr lang="en-US" sz="2400" dirty="0"/>
          </a:p>
        </p:txBody>
      </p:sp>
      <p:grpSp>
        <p:nvGrpSpPr>
          <p:cNvPr id="13" name="Group 12">
            <a:extLst>
              <a:ext uri="{FF2B5EF4-FFF2-40B4-BE49-F238E27FC236}">
                <a16:creationId xmlns:a16="http://schemas.microsoft.com/office/drawing/2014/main" id="{C871C5E1-1100-F239-63BC-F563B6C932A5}"/>
              </a:ext>
            </a:extLst>
          </p:cNvPr>
          <p:cNvGrpSpPr/>
          <p:nvPr/>
        </p:nvGrpSpPr>
        <p:grpSpPr>
          <a:xfrm>
            <a:off x="822960" y="2944368"/>
            <a:ext cx="10607040" cy="1472184"/>
            <a:chOff x="822960" y="2944368"/>
            <a:chExt cx="10607040" cy="1472184"/>
          </a:xfrm>
        </p:grpSpPr>
        <p:sp>
          <p:nvSpPr>
            <p:cNvPr id="6" name="Text 4"/>
            <p:cNvSpPr/>
            <p:nvPr/>
          </p:nvSpPr>
          <p:spPr>
            <a:xfrm>
              <a:off x="822960" y="2944368"/>
              <a:ext cx="9601200" cy="320040"/>
            </a:xfrm>
            <a:prstGeom prst="rect">
              <a:avLst/>
            </a:prstGeom>
            <a:noFill/>
            <a:ln/>
          </p:spPr>
          <p:txBody>
            <a:bodyPr wrap="square" lIns="635" tIns="635" rIns="635" bIns="635" rtlCol="0" anchor="t">
              <a:noAutofit/>
            </a:bodyPr>
            <a:lstStyle/>
            <a:p>
              <a:pPr marL="0" indent="0" algn="l">
                <a:buNone/>
              </a:pPr>
              <a:r>
                <a:rPr lang="en-US" sz="2600" b="1" dirty="0">
                  <a:solidFill>
                    <a:srgbClr val="17324D"/>
                  </a:solidFill>
                  <a:latin typeface="Aptos" pitchFamily="34" charset="0"/>
                  <a:ea typeface="Aptos" pitchFamily="34" charset="-122"/>
                  <a:cs typeface="Aptos" pitchFamily="34" charset="-120"/>
                </a:rPr>
                <a:t>Then add an archaeological qualification:</a:t>
              </a:r>
              <a:endParaRPr lang="en-US" sz="2600" dirty="0"/>
            </a:p>
          </p:txBody>
        </p:sp>
        <p:sp>
          <p:nvSpPr>
            <p:cNvPr id="7" name="Text 5"/>
            <p:cNvSpPr/>
            <p:nvPr/>
          </p:nvSpPr>
          <p:spPr>
            <a:xfrm>
              <a:off x="822960" y="3456432"/>
              <a:ext cx="10607040" cy="960120"/>
            </a:xfrm>
            <a:prstGeom prst="rect">
              <a:avLst/>
            </a:prstGeom>
            <a:solidFill>
              <a:srgbClr val="FFF8E8"/>
            </a:solidFill>
            <a:ln w="15240">
              <a:solidFill>
                <a:srgbClr val="D99A2B"/>
              </a:solidFill>
            </a:ln>
          </p:spPr>
          <p:txBody>
            <a:bodyPr wrap="square" lIns="1778" tIns="1778" rIns="1778" bIns="1778" rtlCol="0" anchor="ctr">
              <a:normAutofit/>
            </a:bodyPr>
            <a:lstStyle/>
            <a:p>
              <a:pPr marL="0" indent="0" algn="ctr">
                <a:buNone/>
              </a:pPr>
              <a:r>
                <a:rPr lang="en-US" sz="2400" dirty="0">
                  <a:solidFill>
                    <a:srgbClr val="1E293B"/>
                  </a:solidFill>
                  <a:latin typeface="Aptos" pitchFamily="34" charset="0"/>
                  <a:ea typeface="Aptos" pitchFamily="34" charset="-122"/>
                  <a:cs typeface="Aptos" pitchFamily="34" charset="-120"/>
                </a:rPr>
                <a:t>The pattern is consistent with a strong directional preference, but interpretation requires chronology, building constraints, horizon context and cultural evidence.</a:t>
              </a:r>
              <a:endParaRPr lang="en-US" sz="2400" dirty="0"/>
            </a:p>
          </p:txBody>
        </p:sp>
      </p:grpSp>
      <p:grpSp>
        <p:nvGrpSpPr>
          <p:cNvPr id="14" name="Group 13">
            <a:extLst>
              <a:ext uri="{FF2B5EF4-FFF2-40B4-BE49-F238E27FC236}">
                <a16:creationId xmlns:a16="http://schemas.microsoft.com/office/drawing/2014/main" id="{0EA905A4-C9FF-C87E-BE0F-2187382F3D82}"/>
              </a:ext>
            </a:extLst>
          </p:cNvPr>
          <p:cNvGrpSpPr/>
          <p:nvPr/>
        </p:nvGrpSpPr>
        <p:grpSpPr>
          <a:xfrm>
            <a:off x="914399" y="4873752"/>
            <a:ext cx="8046720" cy="1069833"/>
            <a:chOff x="914399" y="4873752"/>
            <a:chExt cx="8046720" cy="1069833"/>
          </a:xfrm>
        </p:grpSpPr>
        <p:sp>
          <p:nvSpPr>
            <p:cNvPr id="8" name="Text 6"/>
            <p:cNvSpPr/>
            <p:nvPr/>
          </p:nvSpPr>
          <p:spPr>
            <a:xfrm>
              <a:off x="914399" y="4873752"/>
              <a:ext cx="5833241" cy="384033"/>
            </a:xfrm>
            <a:prstGeom prst="rect">
              <a:avLst/>
            </a:prstGeom>
            <a:noFill/>
            <a:ln/>
          </p:spPr>
          <p:txBody>
            <a:bodyPr wrap="square" lIns="635" tIns="635" rIns="635" bIns="635" rtlCol="0" anchor="t">
              <a:noAutofit/>
            </a:bodyPr>
            <a:lstStyle/>
            <a:p>
              <a:pPr marL="0" indent="0" algn="l">
                <a:buNone/>
              </a:pPr>
              <a:r>
                <a:rPr lang="en-US" sz="2600" b="1" dirty="0">
                  <a:solidFill>
                    <a:srgbClr val="17324D"/>
                  </a:solidFill>
                  <a:latin typeface="Aptos" pitchFamily="34" charset="0"/>
                  <a:ea typeface="Aptos" pitchFamily="34" charset="-122"/>
                  <a:cs typeface="Aptos" pitchFamily="34" charset="-120"/>
                </a:rPr>
                <a:t>Good statistical reporting separates:</a:t>
              </a:r>
              <a:endParaRPr lang="en-US" sz="2600" dirty="0"/>
            </a:p>
          </p:txBody>
        </p:sp>
        <p:sp>
          <p:nvSpPr>
            <p:cNvPr id="9" name="Text 7"/>
            <p:cNvSpPr/>
            <p:nvPr/>
          </p:nvSpPr>
          <p:spPr>
            <a:xfrm>
              <a:off x="914399" y="5559537"/>
              <a:ext cx="8046720" cy="384048"/>
            </a:xfrm>
            <a:prstGeom prst="rect">
              <a:avLst/>
            </a:prstGeom>
            <a:noFill/>
            <a:ln/>
          </p:spPr>
          <p:txBody>
            <a:bodyPr wrap="square" lIns="635" tIns="635" rIns="635" bIns="635" rtlCol="0" anchor="t">
              <a:noAutofit/>
            </a:bodyPr>
            <a:lstStyle/>
            <a:p>
              <a:pPr marL="0" indent="0" algn="l">
                <a:buNone/>
              </a:pPr>
              <a:r>
                <a:rPr lang="en-US" sz="2400" b="1" dirty="0">
                  <a:solidFill>
                    <a:srgbClr val="B84A4A"/>
                  </a:solidFill>
                  <a:latin typeface="Aptos" pitchFamily="34" charset="0"/>
                  <a:ea typeface="Aptos" pitchFamily="34" charset="-122"/>
                  <a:cs typeface="Aptos" pitchFamily="34" charset="-120"/>
                </a:rPr>
                <a:t>observed pattern  ≠  intentional astronomical target</a:t>
              </a:r>
              <a:endParaRPr lang="en-US" sz="2400" dirty="0"/>
            </a:p>
          </p:txBody>
        </p:sp>
      </p:grpSp>
      <p:sp>
        <p:nvSpPr>
          <p:cNvPr id="10" name="Shape 8"/>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1" name="Text 9"/>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Circular-statistics fundamentals</a:t>
            </a:r>
            <a:endParaRPr lang="en-US" sz="750" dirty="0"/>
          </a:p>
        </p:txBody>
      </p:sp>
      <p:sp>
        <p:nvSpPr>
          <p:cNvPr id="12" name="TextBox 11"/>
          <p:cNvSpPr txBox="1"/>
          <p:nvPr/>
        </p:nvSpPr>
        <p:spPr>
          <a:xfrm>
            <a:off x="11064240" y="6556248"/>
            <a:ext cx="502920" cy="182880"/>
          </a:xfrm>
          <a:prstGeom prst="rect">
            <a:avLst/>
          </a:prstGeom>
          <a:noFill/>
        </p:spPr>
        <p:txBody>
          <a:bodyPr wrap="none">
            <a:spAutoFit/>
          </a:bodyPr>
          <a:lstStyle/>
          <a:p>
            <a:pPr algn="r"/>
            <a:fld id="{E052CB7C-27E1-4C64-84AB-97E845471860}" type="slidenum">
              <a:rPr lang="en-US" sz="700">
                <a:solidFill>
                  <a:srgbClr val="6E7B86"/>
                </a:solidFill>
              </a:rPr>
              <a:t>21</a:t>
            </a:fld>
            <a:endParaRPr lang="en-US" sz="700">
              <a:solidFill>
                <a:srgbClr val="6E7B8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MODEL INTUITION</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2700" b="1" dirty="0">
                <a:solidFill>
                  <a:srgbClr val="17324D"/>
                </a:solidFill>
                <a:latin typeface="Aptos Display" pitchFamily="34" charset="0"/>
                <a:ea typeface="Aptos Display" pitchFamily="34" charset="-122"/>
                <a:cs typeface="Aptos Display" pitchFamily="34" charset="-120"/>
              </a:rPr>
              <a:t>Optional extension: von Mises in one minute</a:t>
            </a:r>
            <a:endParaRPr lang="en-US" sz="27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822960" y="1417320"/>
            <a:ext cx="10149840" cy="384048"/>
          </a:xfrm>
          <a:prstGeom prst="rect">
            <a:avLst/>
          </a:prstGeom>
          <a:noFill/>
          <a:ln/>
        </p:spPr>
        <p:txBody>
          <a:bodyPr wrap="square" lIns="635" tIns="635" rIns="635" bIns="635" rtlCol="0" anchor="t">
            <a:noAutofit/>
          </a:bodyPr>
          <a:lstStyle/>
          <a:p>
            <a:pPr marL="0" indent="0" algn="l">
              <a:buNone/>
            </a:pPr>
            <a:r>
              <a:rPr lang="en-US" sz="2600" b="1" dirty="0">
                <a:solidFill>
                  <a:srgbClr val="17324D"/>
                </a:solidFill>
                <a:latin typeface="Aptos" pitchFamily="34" charset="0"/>
                <a:ea typeface="Aptos" pitchFamily="34" charset="-122"/>
                <a:cs typeface="Aptos" pitchFamily="34" charset="-120"/>
              </a:rPr>
              <a:t>Think “circular bell-shaped model”.</a:t>
            </a:r>
            <a:endParaRPr lang="en-US" sz="2600" dirty="0"/>
          </a:p>
        </p:txBody>
      </p:sp>
      <p:sp>
        <p:nvSpPr>
          <p:cNvPr id="6" name="Text 4"/>
          <p:cNvSpPr/>
          <p:nvPr/>
        </p:nvSpPr>
        <p:spPr>
          <a:xfrm>
            <a:off x="1303020" y="2395728"/>
            <a:ext cx="1005840" cy="594360"/>
          </a:xfrm>
          <a:prstGeom prst="rect">
            <a:avLst/>
          </a:prstGeom>
          <a:noFill/>
          <a:ln/>
        </p:spPr>
        <p:txBody>
          <a:bodyPr wrap="square" lIns="0" tIns="0" rIns="0" bIns="0" rtlCol="0" anchor="ctr"/>
          <a:lstStyle/>
          <a:p>
            <a:pPr marL="0" indent="0" algn="ctr">
              <a:buNone/>
            </a:pPr>
            <a:r>
              <a:rPr lang="en-US" sz="4000" b="1" i="1" dirty="0">
                <a:solidFill>
                  <a:srgbClr val="1C7C7D"/>
                </a:solidFill>
              </a:rPr>
              <a:t>μ</a:t>
            </a:r>
            <a:endParaRPr lang="en-US" sz="4000" i="1" dirty="0"/>
          </a:p>
        </p:txBody>
      </p:sp>
      <p:sp>
        <p:nvSpPr>
          <p:cNvPr id="7" name="Text 5"/>
          <p:cNvSpPr/>
          <p:nvPr/>
        </p:nvSpPr>
        <p:spPr>
          <a:xfrm>
            <a:off x="2331720" y="2514600"/>
            <a:ext cx="2617967" cy="475488"/>
          </a:xfrm>
          <a:prstGeom prst="rect">
            <a:avLst/>
          </a:prstGeom>
          <a:noFill/>
          <a:ln/>
        </p:spPr>
        <p:txBody>
          <a:bodyPr wrap="square" lIns="0" tIns="0" rIns="0" bIns="0" rtlCol="0" anchor="ctr"/>
          <a:lstStyle/>
          <a:p>
            <a:pPr marL="0" indent="0">
              <a:buNone/>
            </a:pPr>
            <a:r>
              <a:rPr lang="en-US" sz="2800" dirty="0">
                <a:solidFill>
                  <a:srgbClr val="1E293B"/>
                </a:solidFill>
              </a:rPr>
              <a:t>central direction</a:t>
            </a:r>
            <a:endParaRPr lang="en-US" sz="2800" dirty="0"/>
          </a:p>
        </p:txBody>
      </p:sp>
      <p:sp>
        <p:nvSpPr>
          <p:cNvPr id="8" name="Text 6"/>
          <p:cNvSpPr/>
          <p:nvPr/>
        </p:nvSpPr>
        <p:spPr>
          <a:xfrm>
            <a:off x="6035040" y="2455164"/>
            <a:ext cx="1005840" cy="594360"/>
          </a:xfrm>
          <a:prstGeom prst="rect">
            <a:avLst/>
          </a:prstGeom>
          <a:noFill/>
          <a:ln/>
        </p:spPr>
        <p:txBody>
          <a:bodyPr wrap="square" lIns="0" tIns="0" rIns="0" bIns="0" rtlCol="0" anchor="ctr"/>
          <a:lstStyle/>
          <a:p>
            <a:pPr marL="0" indent="0" algn="ctr">
              <a:buNone/>
            </a:pPr>
            <a:r>
              <a:rPr lang="en-US" sz="4000" b="1" i="1" dirty="0">
                <a:solidFill>
                  <a:srgbClr val="C96D32"/>
                </a:solidFill>
              </a:rPr>
              <a:t>κ</a:t>
            </a:r>
            <a:endParaRPr lang="en-US" sz="4000" i="1" dirty="0"/>
          </a:p>
        </p:txBody>
      </p:sp>
      <p:sp>
        <p:nvSpPr>
          <p:cNvPr id="9" name="Text 7"/>
          <p:cNvSpPr/>
          <p:nvPr/>
        </p:nvSpPr>
        <p:spPr>
          <a:xfrm>
            <a:off x="7086600" y="2524539"/>
            <a:ext cx="3703320" cy="475488"/>
          </a:xfrm>
          <a:prstGeom prst="rect">
            <a:avLst/>
          </a:prstGeom>
          <a:noFill/>
          <a:ln/>
        </p:spPr>
        <p:txBody>
          <a:bodyPr wrap="square" lIns="0" tIns="0" rIns="0" bIns="0" rtlCol="0" anchor="ctr"/>
          <a:lstStyle/>
          <a:p>
            <a:pPr marL="0" indent="0">
              <a:buNone/>
            </a:pPr>
            <a:r>
              <a:rPr lang="en-US" sz="2800" dirty="0">
                <a:solidFill>
                  <a:srgbClr val="1E293B"/>
                </a:solidFill>
              </a:rPr>
              <a:t>concentration around </a:t>
            </a:r>
            <a:r>
              <a:rPr lang="en-US" sz="2800" i="1" dirty="0">
                <a:solidFill>
                  <a:srgbClr val="1E293B"/>
                </a:solidFill>
              </a:rPr>
              <a:t>μ</a:t>
            </a:r>
            <a:endParaRPr lang="en-US" sz="2800" i="1" dirty="0"/>
          </a:p>
        </p:txBody>
      </p:sp>
      <p:sp>
        <p:nvSpPr>
          <p:cNvPr id="10" name="Text 8"/>
          <p:cNvSpPr/>
          <p:nvPr/>
        </p:nvSpPr>
        <p:spPr>
          <a:xfrm>
            <a:off x="2834640" y="3597965"/>
            <a:ext cx="5943600" cy="1294075"/>
          </a:xfrm>
          <a:prstGeom prst="rect">
            <a:avLst/>
          </a:prstGeom>
          <a:solidFill>
            <a:srgbClr val="F1F5F9"/>
          </a:solidFill>
          <a:ln w="10160">
            <a:solidFill>
              <a:srgbClr val="CBD5E1"/>
            </a:solidFill>
          </a:ln>
        </p:spPr>
        <p:txBody>
          <a:bodyPr wrap="square" lIns="1524" tIns="1524" rIns="1524" bIns="1524" rtlCol="0" anchor="ctr">
            <a:normAutofit/>
          </a:bodyPr>
          <a:lstStyle/>
          <a:p>
            <a:pPr marL="180000" indent="0">
              <a:buNone/>
            </a:pPr>
            <a:r>
              <a:rPr lang="en-US" sz="2800" dirty="0">
                <a:solidFill>
                  <a:srgbClr val="0F172A"/>
                </a:solidFill>
                <a:latin typeface="Courier New" pitchFamily="34" charset="0"/>
                <a:ea typeface="Courier New" pitchFamily="34" charset="-122"/>
                <a:cs typeface="Courier New" pitchFamily="34" charset="-120"/>
              </a:rPr>
              <a:t>fit &lt;- mle.vonmises(az)</a:t>
            </a:r>
            <a:endParaRPr lang="en-US" sz="2800" dirty="0"/>
          </a:p>
          <a:p>
            <a:pPr marL="180000" indent="0">
              <a:buNone/>
            </a:pPr>
            <a:r>
              <a:rPr lang="en-US" sz="2800" dirty="0">
                <a:solidFill>
                  <a:srgbClr val="0F172A"/>
                </a:solidFill>
                <a:latin typeface="Courier New" pitchFamily="34" charset="0"/>
                <a:ea typeface="Courier New" pitchFamily="34" charset="-122"/>
                <a:cs typeface="Courier New" pitchFamily="34" charset="-120"/>
              </a:rPr>
              <a:t>fit$mu</a:t>
            </a:r>
            <a:endParaRPr lang="en-US" sz="2800" dirty="0"/>
          </a:p>
          <a:p>
            <a:pPr marL="180000" indent="0">
              <a:buNone/>
            </a:pPr>
            <a:r>
              <a:rPr lang="en-US" sz="2800" dirty="0">
                <a:solidFill>
                  <a:srgbClr val="0F172A"/>
                </a:solidFill>
                <a:latin typeface="Courier New" pitchFamily="34" charset="0"/>
                <a:ea typeface="Courier New" pitchFamily="34" charset="-122"/>
                <a:cs typeface="Courier New" pitchFamily="34" charset="-120"/>
              </a:rPr>
              <a:t>fit$kappa</a:t>
            </a:r>
            <a:endParaRPr lang="en-US" sz="2800" dirty="0"/>
          </a:p>
        </p:txBody>
      </p:sp>
      <p:sp>
        <p:nvSpPr>
          <p:cNvPr id="11" name="Text 9"/>
          <p:cNvSpPr/>
          <p:nvPr/>
        </p:nvSpPr>
        <p:spPr>
          <a:xfrm>
            <a:off x="1005840" y="5367131"/>
            <a:ext cx="10149840" cy="1189117"/>
          </a:xfrm>
          <a:prstGeom prst="rect">
            <a:avLst/>
          </a:prstGeom>
          <a:solidFill>
            <a:srgbClr val="FFF8E8"/>
          </a:solidFill>
          <a:ln w="15240">
            <a:solidFill>
              <a:srgbClr val="D99A2B"/>
            </a:solidFill>
          </a:ln>
        </p:spPr>
        <p:txBody>
          <a:bodyPr wrap="square" lIns="1778" tIns="1778" rIns="1778" bIns="1778" rtlCol="0" anchor="ctr">
            <a:noAutofit/>
          </a:bodyPr>
          <a:lstStyle/>
          <a:p>
            <a:pPr marL="0" indent="0" algn="ctr">
              <a:buNone/>
            </a:pPr>
            <a:r>
              <a:rPr lang="en-US" sz="2800" dirty="0">
                <a:solidFill>
                  <a:srgbClr val="1E293B"/>
                </a:solidFill>
                <a:latin typeface="Aptos" pitchFamily="34" charset="0"/>
                <a:ea typeface="Aptos" pitchFamily="34" charset="-122"/>
                <a:cs typeface="Aptos" pitchFamily="34" charset="-120"/>
              </a:rPr>
              <a:t>A single von Mises model is not appropriate for every distribution. Plot first.</a:t>
            </a:r>
            <a:endParaRPr lang="en-US" sz="2800" dirty="0"/>
          </a:p>
        </p:txBody>
      </p:sp>
      <p:sp>
        <p:nvSpPr>
          <p:cNvPr id="12" name="Shape 10"/>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3" name="Text 11"/>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Circular-statistics fundamentals</a:t>
            </a:r>
            <a:endParaRPr lang="en-US" sz="750" dirty="0"/>
          </a:p>
        </p:txBody>
      </p:sp>
      <p:sp>
        <p:nvSpPr>
          <p:cNvPr id="14" name="TextBox 13"/>
          <p:cNvSpPr txBox="1"/>
          <p:nvPr/>
        </p:nvSpPr>
        <p:spPr>
          <a:xfrm>
            <a:off x="11064240" y="6556248"/>
            <a:ext cx="502920" cy="182880"/>
          </a:xfrm>
          <a:prstGeom prst="rect">
            <a:avLst/>
          </a:prstGeom>
          <a:noFill/>
        </p:spPr>
        <p:txBody>
          <a:bodyPr wrap="none">
            <a:spAutoFit/>
          </a:bodyPr>
          <a:lstStyle/>
          <a:p>
            <a:pPr algn="r"/>
            <a:fld id="{63E8048B-EE18-48E6-91D6-E52E7C08F200}" type="slidenum">
              <a:rPr lang="en-US" sz="700">
                <a:solidFill>
                  <a:srgbClr val="6E7B86"/>
                </a:solidFill>
              </a:rPr>
              <a:t>22</a:t>
            </a:fld>
            <a:endParaRPr lang="en-US" sz="700">
              <a:solidFill>
                <a:srgbClr val="6E7B86"/>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812D53-A92E-3D28-05DC-38B1460E0F88}"/>
              </a:ext>
            </a:extLst>
          </p:cNvPr>
          <p:cNvPicPr>
            <a:picLocks noChangeAspect="1"/>
          </p:cNvPicPr>
          <p:nvPr/>
        </p:nvPicPr>
        <p:blipFill>
          <a:blip r:embed="rId3"/>
          <a:stretch>
            <a:fillRect/>
          </a:stretch>
        </p:blipFill>
        <p:spPr>
          <a:xfrm>
            <a:off x="2971800" y="1513224"/>
            <a:ext cx="6263640" cy="4480560"/>
          </a:xfrm>
          <a:prstGeom prst="rect">
            <a:avLst/>
          </a:prstGeom>
        </p:spPr>
      </p:pic>
      <p:sp>
        <p:nvSpPr>
          <p:cNvPr id="4" name="TextBox 3">
            <a:extLst>
              <a:ext uri="{FF2B5EF4-FFF2-40B4-BE49-F238E27FC236}">
                <a16:creationId xmlns:a16="http://schemas.microsoft.com/office/drawing/2014/main" id="{BAD84AD1-3F3A-3540-6CBC-8DD06DCD94DD}"/>
              </a:ext>
            </a:extLst>
          </p:cNvPr>
          <p:cNvSpPr txBox="1"/>
          <p:nvPr/>
        </p:nvSpPr>
        <p:spPr>
          <a:xfrm>
            <a:off x="541682" y="6038385"/>
            <a:ext cx="10620955" cy="430887"/>
          </a:xfrm>
          <a:prstGeom prst="rect">
            <a:avLst/>
          </a:prstGeom>
          <a:noFill/>
        </p:spPr>
        <p:txBody>
          <a:bodyPr wrap="square" rtlCol="0">
            <a:spAutoFit/>
          </a:bodyPr>
          <a:lstStyle/>
          <a:p>
            <a:r>
              <a:rPr lang="el-GR" sz="2200" b="1" i="1" dirty="0">
                <a:solidFill>
                  <a:srgbClr val="163953"/>
                </a:solidFill>
              </a:rPr>
              <a:t>μ</a:t>
            </a:r>
            <a:r>
              <a:rPr lang="en-NZ" sz="2200" b="1" dirty="0">
                <a:solidFill>
                  <a:srgbClr val="163953"/>
                </a:solidFill>
              </a:rPr>
              <a:t> tells us where the distribution is centred; </a:t>
            </a:r>
            <a:r>
              <a:rPr lang="el-GR" sz="2200" b="1" i="1" dirty="0">
                <a:solidFill>
                  <a:srgbClr val="163953"/>
                </a:solidFill>
              </a:rPr>
              <a:t>κ</a:t>
            </a:r>
            <a:r>
              <a:rPr lang="en-NZ" sz="2200" b="1" dirty="0">
                <a:solidFill>
                  <a:srgbClr val="163953"/>
                </a:solidFill>
              </a:rPr>
              <a:t> tells us how tightly it is concentrated.</a:t>
            </a:r>
            <a:endParaRPr lang="en-US" sz="2200" dirty="0"/>
          </a:p>
        </p:txBody>
      </p:sp>
      <p:sp>
        <p:nvSpPr>
          <p:cNvPr id="5" name="TextBox 4"/>
          <p:cNvSpPr txBox="1"/>
          <p:nvPr/>
        </p:nvSpPr>
        <p:spPr>
          <a:xfrm>
            <a:off x="594360" y="201168"/>
            <a:ext cx="10972800" cy="182880"/>
          </a:xfrm>
          <a:prstGeom prst="rect">
            <a:avLst/>
          </a:prstGeom>
          <a:noFill/>
        </p:spPr>
        <p:txBody>
          <a:bodyPr wrap="none" lIns="0" tIns="0" rIns="0" bIns="0">
            <a:spAutoFit/>
          </a:bodyPr>
          <a:lstStyle/>
          <a:p>
            <a:pPr algn="l"/>
            <a:r>
              <a:rPr sz="800" b="1">
                <a:solidFill>
                  <a:srgbClr val="2799A0"/>
                </a:solidFill>
                <a:latin typeface="Aptos"/>
              </a:rPr>
              <a:t>VON MISES INTUITION</a:t>
            </a:r>
          </a:p>
        </p:txBody>
      </p:sp>
      <p:sp>
        <p:nvSpPr>
          <p:cNvPr id="6" name="TextBox 5"/>
          <p:cNvSpPr txBox="1"/>
          <p:nvPr/>
        </p:nvSpPr>
        <p:spPr>
          <a:xfrm>
            <a:off x="594360" y="621792"/>
            <a:ext cx="6823919" cy="461665"/>
          </a:xfrm>
          <a:prstGeom prst="rect">
            <a:avLst/>
          </a:prstGeom>
          <a:noFill/>
        </p:spPr>
        <p:txBody>
          <a:bodyPr wrap="none" lIns="0" tIns="0" rIns="0" bIns="0">
            <a:spAutoFit/>
          </a:bodyPr>
          <a:lstStyle/>
          <a:p>
            <a:pPr algn="l"/>
            <a:r>
              <a:rPr sz="3000" b="1" dirty="0">
                <a:solidFill>
                  <a:srgbClr val="163953"/>
                </a:solidFill>
                <a:latin typeface="Aptos"/>
              </a:rPr>
              <a:t>Kappa controls concentration around </a:t>
            </a:r>
            <a:r>
              <a:rPr sz="3000" b="1" i="1" dirty="0">
                <a:solidFill>
                  <a:srgbClr val="163953"/>
                </a:solidFill>
                <a:latin typeface="Aptos"/>
              </a:rPr>
              <a:t>μ</a:t>
            </a:r>
          </a:p>
        </p:txBody>
      </p:sp>
      <p:cxnSp>
        <p:nvCxnSpPr>
          <p:cNvPr id="7" name="Connector 6"/>
          <p:cNvCxnSpPr/>
          <p:nvPr/>
        </p:nvCxnSpPr>
        <p:spPr>
          <a:xfrm>
            <a:off x="594360" y="1170432"/>
            <a:ext cx="11018520" cy="0"/>
          </a:xfrm>
          <a:prstGeom prst="line">
            <a:avLst/>
          </a:prstGeom>
          <a:ln w="10160">
            <a:solidFill>
              <a:srgbClr val="16395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235882" y="1170432"/>
            <a:ext cx="7232556" cy="307777"/>
          </a:xfrm>
          <a:prstGeom prst="rect">
            <a:avLst/>
          </a:prstGeom>
          <a:noFill/>
        </p:spPr>
        <p:txBody>
          <a:bodyPr wrap="none" lIns="0" tIns="0" rIns="0" bIns="0">
            <a:spAutoFit/>
          </a:bodyPr>
          <a:lstStyle/>
          <a:p>
            <a:pPr algn="ctr"/>
            <a:r>
              <a:rPr sz="2000" b="0" dirty="0">
                <a:solidFill>
                  <a:schemeClr val="accent2">
                    <a:lumMod val="50000"/>
                  </a:schemeClr>
                </a:solidFill>
                <a:latin typeface="Aptos"/>
              </a:rPr>
              <a:t>Zero </a:t>
            </a:r>
            <a:r>
              <a:rPr sz="2000" b="0" i="1" dirty="0">
                <a:solidFill>
                  <a:schemeClr val="accent2">
                    <a:lumMod val="50000"/>
                  </a:schemeClr>
                </a:solidFill>
                <a:latin typeface="Aptos"/>
              </a:rPr>
              <a:t>κ</a:t>
            </a:r>
            <a:r>
              <a:rPr sz="2000" b="0" dirty="0">
                <a:solidFill>
                  <a:schemeClr val="accent2">
                    <a:lumMod val="50000"/>
                  </a:schemeClr>
                </a:solidFill>
                <a:latin typeface="Aptos"/>
              </a:rPr>
              <a:t> is uniform; higher </a:t>
            </a:r>
            <a:r>
              <a:rPr sz="2000" b="0" i="1" dirty="0">
                <a:solidFill>
                  <a:schemeClr val="accent2">
                    <a:lumMod val="50000"/>
                  </a:schemeClr>
                </a:solidFill>
                <a:latin typeface="Aptos"/>
              </a:rPr>
              <a:t>κ</a:t>
            </a:r>
            <a:r>
              <a:rPr sz="2000" b="0" dirty="0">
                <a:solidFill>
                  <a:schemeClr val="accent2">
                    <a:lumMod val="50000"/>
                  </a:schemeClr>
                </a:solidFill>
                <a:latin typeface="Aptos"/>
              </a:rPr>
              <a:t> produces a narrower, taller distribution.</a:t>
            </a:r>
          </a:p>
        </p:txBody>
      </p:sp>
      <p:sp>
        <p:nvSpPr>
          <p:cNvPr id="9" name="TextBox 8"/>
          <p:cNvSpPr txBox="1"/>
          <p:nvPr/>
        </p:nvSpPr>
        <p:spPr>
          <a:xfrm>
            <a:off x="594360" y="6556248"/>
            <a:ext cx="8229600" cy="182880"/>
          </a:xfrm>
          <a:prstGeom prst="rect">
            <a:avLst/>
          </a:prstGeom>
          <a:noFill/>
        </p:spPr>
        <p:txBody>
          <a:bodyPr wrap="none" lIns="0" tIns="0" rIns="0" bIns="0">
            <a:spAutoFit/>
          </a:bodyPr>
          <a:lstStyle/>
          <a:p>
            <a:pPr algn="l"/>
            <a:r>
              <a:rPr sz="650" b="0">
                <a:solidFill>
                  <a:srgbClr val="6E7882"/>
                </a:solidFill>
                <a:latin typeface="Aptos"/>
              </a:rPr>
              <a:t>Circular-statistics fundamentals</a:t>
            </a:r>
          </a:p>
        </p:txBody>
      </p:sp>
      <p:sp>
        <p:nvSpPr>
          <p:cNvPr id="10" name="TextBox 9"/>
          <p:cNvSpPr txBox="1"/>
          <p:nvPr/>
        </p:nvSpPr>
        <p:spPr>
          <a:xfrm>
            <a:off x="11064240" y="6556248"/>
            <a:ext cx="502920" cy="182880"/>
          </a:xfrm>
          <a:prstGeom prst="rect">
            <a:avLst/>
          </a:prstGeom>
          <a:noFill/>
        </p:spPr>
        <p:txBody>
          <a:bodyPr wrap="none">
            <a:spAutoFit/>
          </a:bodyPr>
          <a:lstStyle/>
          <a:p>
            <a:pPr algn="r"/>
            <a:fld id="{EB6279D4-D10B-43E6-953E-D262A3D7E987}" type="slidenum">
              <a:rPr lang="en-US" sz="700">
                <a:solidFill>
                  <a:srgbClr val="6E7B86"/>
                </a:solidFill>
              </a:rPr>
              <a:t>23</a:t>
            </a:fld>
            <a:endParaRPr lang="en-US" sz="700">
              <a:solidFill>
                <a:srgbClr val="6E7B86"/>
              </a:solidFill>
            </a:endParaRPr>
          </a:p>
        </p:txBody>
      </p:sp>
    </p:spTree>
    <p:extLst>
      <p:ext uri="{BB962C8B-B14F-4D97-AF65-F5344CB8AC3E}">
        <p14:creationId xmlns:p14="http://schemas.microsoft.com/office/powerpoint/2010/main" val="22648430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85800" y="868680"/>
            <a:ext cx="1097280" cy="594360"/>
          </a:xfrm>
          <a:prstGeom prst="rect">
            <a:avLst/>
          </a:prstGeom>
          <a:noFill/>
          <a:ln/>
        </p:spPr>
        <p:txBody>
          <a:bodyPr wrap="square" lIns="0" tIns="0" rIns="0" bIns="0" rtlCol="0" anchor="ctr"/>
          <a:lstStyle/>
          <a:p>
            <a:pPr marL="0" indent="0">
              <a:buNone/>
            </a:pPr>
            <a:r>
              <a:rPr lang="en-US" sz="3200" b="1" dirty="0">
                <a:solidFill>
                  <a:srgbClr val="D99A2B"/>
                </a:solidFill>
                <a:latin typeface="Aptos Display" pitchFamily="34" charset="0"/>
                <a:ea typeface="Aptos Display" pitchFamily="34" charset="-122"/>
                <a:cs typeface="Aptos Display" pitchFamily="34" charset="-120"/>
              </a:rPr>
              <a:t>03</a:t>
            </a:r>
            <a:endParaRPr lang="en-US" sz="3200" dirty="0"/>
          </a:p>
        </p:txBody>
      </p:sp>
      <p:sp>
        <p:nvSpPr>
          <p:cNvPr id="3" name="Text 1"/>
          <p:cNvSpPr/>
          <p:nvPr/>
        </p:nvSpPr>
        <p:spPr>
          <a:xfrm>
            <a:off x="685800" y="1874520"/>
            <a:ext cx="10789920" cy="731520"/>
          </a:xfrm>
          <a:prstGeom prst="rect">
            <a:avLst/>
          </a:prstGeom>
          <a:noFill/>
          <a:ln/>
        </p:spPr>
        <p:txBody>
          <a:bodyPr wrap="square" lIns="0" tIns="0" rIns="0" bIns="0" rtlCol="0" anchor="ctr"/>
          <a:lstStyle/>
          <a:p>
            <a:pPr marL="0" indent="0">
              <a:buNone/>
            </a:pPr>
            <a:r>
              <a:rPr lang="en-US" sz="3800" b="1" dirty="0">
                <a:solidFill>
                  <a:srgbClr val="17324D"/>
                </a:solidFill>
                <a:latin typeface="Aptos Display" pitchFamily="34" charset="0"/>
                <a:ea typeface="Aptos Display" pitchFamily="34" charset="-122"/>
                <a:cs typeface="Aptos Display" pitchFamily="34" charset="-120"/>
              </a:rPr>
              <a:t>Curvigrams and sensitivity analysis</a:t>
            </a:r>
            <a:endParaRPr lang="en-US" sz="3800" dirty="0"/>
          </a:p>
        </p:txBody>
      </p:sp>
      <p:sp>
        <p:nvSpPr>
          <p:cNvPr id="4" name="Text 2"/>
          <p:cNvSpPr/>
          <p:nvPr/>
        </p:nvSpPr>
        <p:spPr>
          <a:xfrm>
            <a:off x="713232" y="2761488"/>
            <a:ext cx="10058400" cy="914400"/>
          </a:xfrm>
          <a:prstGeom prst="rect">
            <a:avLst/>
          </a:prstGeom>
          <a:noFill/>
          <a:ln/>
        </p:spPr>
        <p:txBody>
          <a:bodyPr wrap="square" lIns="0" tIns="0" rIns="0" bIns="0" rtlCol="0" anchor="ctr">
            <a:normAutofit/>
          </a:bodyPr>
          <a:lstStyle/>
          <a:p>
            <a:pPr marL="0" indent="0">
              <a:buNone/>
            </a:pPr>
            <a:r>
              <a:rPr lang="en-US" sz="2800" dirty="0">
                <a:solidFill>
                  <a:srgbClr val="64748B"/>
                </a:solidFill>
                <a:latin typeface="Aptos" pitchFamily="34" charset="0"/>
                <a:ea typeface="Aptos" pitchFamily="34" charset="-122"/>
                <a:cs typeface="Aptos" pitchFamily="34" charset="-120"/>
              </a:rPr>
              <a:t>From reported uncertainty to a transparent curve, then from curve to defensible interpretation.</a:t>
            </a:r>
            <a:endParaRPr lang="en-US" sz="2800" dirty="0"/>
          </a:p>
        </p:txBody>
      </p:sp>
      <p:sp>
        <p:nvSpPr>
          <p:cNvPr id="5" name="Shape 3"/>
          <p:cNvSpPr/>
          <p:nvPr/>
        </p:nvSpPr>
        <p:spPr>
          <a:xfrm>
            <a:off x="713232" y="4005072"/>
            <a:ext cx="6035040" cy="0"/>
          </a:xfrm>
          <a:prstGeom prst="line">
            <a:avLst/>
          </a:prstGeom>
          <a:noFill/>
          <a:ln w="38100">
            <a:solidFill>
              <a:srgbClr val="D99A2B"/>
            </a:solidFill>
            <a:prstDash val="solid"/>
          </a:ln>
        </p:spPr>
        <p:txBody>
          <a:bodyPr/>
          <a:lstStyle/>
          <a:p>
            <a:endParaRPr lang="en-US"/>
          </a:p>
        </p:txBody>
      </p:sp>
      <p:sp>
        <p:nvSpPr>
          <p:cNvPr id="6" name="Shape 4"/>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8" name="Text 6"/>
          <p:cNvSpPr/>
          <p:nvPr/>
        </p:nvSpPr>
        <p:spPr>
          <a:xfrm>
            <a:off x="11064240" y="6556248"/>
            <a:ext cx="502920" cy="182880"/>
          </a:xfrm>
          <a:prstGeom prst="rect">
            <a:avLst/>
          </a:prstGeom>
          <a:noFill/>
          <a:ln/>
        </p:spPr>
        <p:txBody>
          <a:bodyPr wrap="square" lIns="0" tIns="0" rIns="0" bIns="0" rtlCol="0" anchor="ctr"/>
          <a:lstStyle/>
          <a:p>
            <a:pPr marL="0" indent="0" algn="r">
              <a:buNone/>
            </a:pPr>
            <a:r>
              <a:rPr lang="en-US" sz="750" dirty="0">
                <a:solidFill>
                  <a:srgbClr val="64748B"/>
                </a:solidFill>
                <a:latin typeface="Aptos" pitchFamily="34" charset="0"/>
                <a:ea typeface="Aptos" pitchFamily="34" charset="-122"/>
                <a:cs typeface="Aptos" pitchFamily="34" charset="-120"/>
              </a:rPr>
              <a:t> </a:t>
            </a:r>
            <a:endParaRPr lang="en-US" sz="750" dirty="0"/>
          </a:p>
        </p:txBody>
      </p:sp>
      <p:sp>
        <p:nvSpPr>
          <p:cNvPr id="9" name="TextBox 8"/>
          <p:cNvSpPr txBox="1"/>
          <p:nvPr/>
        </p:nvSpPr>
        <p:spPr>
          <a:xfrm>
            <a:off x="11064240" y="6556248"/>
            <a:ext cx="502920" cy="182880"/>
          </a:xfrm>
          <a:prstGeom prst="rect">
            <a:avLst/>
          </a:prstGeom>
          <a:noFill/>
        </p:spPr>
        <p:txBody>
          <a:bodyPr wrap="none">
            <a:spAutoFit/>
          </a:bodyPr>
          <a:lstStyle/>
          <a:p>
            <a:pPr algn="r"/>
            <a:fld id="{727D5E15-0B6A-49D7-8E00-F9410693E320}" type="slidenum">
              <a:rPr lang="en-US" sz="700">
                <a:solidFill>
                  <a:srgbClr val="6E7B86"/>
                </a:solidFill>
              </a:rPr>
              <a:t>24</a:t>
            </a:fld>
            <a:endParaRPr lang="en-US" sz="700">
              <a:solidFill>
                <a:srgbClr val="6E7B86"/>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DECLINATION EXERCISE</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From field measurement to curvigram</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777239" y="1677143"/>
            <a:ext cx="10515600" cy="411480"/>
          </a:xfrm>
          <a:prstGeom prst="rect">
            <a:avLst/>
          </a:prstGeom>
          <a:noFill/>
          <a:ln/>
        </p:spPr>
        <p:txBody>
          <a:bodyPr wrap="square" lIns="635" tIns="635" rIns="635" bIns="635" rtlCol="0" anchor="t">
            <a:noAutofit/>
          </a:bodyPr>
          <a:lstStyle/>
          <a:p>
            <a:pPr marL="0" indent="0" algn="l">
              <a:buNone/>
            </a:pPr>
            <a:r>
              <a:rPr lang="en-US" sz="2600" b="1" dirty="0">
                <a:solidFill>
                  <a:srgbClr val="17324D"/>
                </a:solidFill>
                <a:latin typeface="Aptos" pitchFamily="34" charset="0"/>
                <a:ea typeface="Aptos" pitchFamily="34" charset="-122"/>
                <a:cs typeface="Aptos" pitchFamily="34" charset="-120"/>
              </a:rPr>
              <a:t>Dataset 2 starts with astronomical declination already calculated.</a:t>
            </a:r>
            <a:endParaRPr lang="en-US" sz="2600" dirty="0"/>
          </a:p>
        </p:txBody>
      </p:sp>
      <p:sp>
        <p:nvSpPr>
          <p:cNvPr id="6" name="Text 4"/>
          <p:cNvSpPr/>
          <p:nvPr/>
        </p:nvSpPr>
        <p:spPr>
          <a:xfrm>
            <a:off x="868680" y="2537656"/>
            <a:ext cx="3749040" cy="1005835"/>
          </a:xfrm>
          <a:prstGeom prst="rect">
            <a:avLst/>
          </a:prstGeom>
          <a:solidFill>
            <a:srgbClr val="F1F5F9"/>
          </a:solidFill>
          <a:ln w="10160">
            <a:solidFill>
              <a:srgbClr val="CBD5E1"/>
            </a:solidFill>
          </a:ln>
        </p:spPr>
        <p:txBody>
          <a:bodyPr wrap="square" lIns="1524" tIns="1524" rIns="1524" bIns="1524" rtlCol="0" anchor="ctr">
            <a:normAutofit/>
          </a:bodyPr>
          <a:lstStyle/>
          <a:p>
            <a:pPr marL="180000" indent="0">
              <a:buNone/>
            </a:pPr>
            <a:r>
              <a:rPr lang="en-US" sz="2800" dirty="0">
                <a:solidFill>
                  <a:srgbClr val="0F172A"/>
                </a:solidFill>
                <a:latin typeface="Courier New" pitchFamily="34" charset="0"/>
                <a:ea typeface="Courier New" pitchFamily="34" charset="-122"/>
                <a:cs typeface="Courier New" pitchFamily="34" charset="-120"/>
              </a:rPr>
              <a:t>declination_deg</a:t>
            </a:r>
            <a:endParaRPr lang="en-US" sz="2800" dirty="0"/>
          </a:p>
          <a:p>
            <a:pPr marL="180000" indent="0">
              <a:buNone/>
            </a:pPr>
            <a:r>
              <a:rPr lang="en-US" sz="2800" dirty="0">
                <a:solidFill>
                  <a:srgbClr val="0F172A"/>
                </a:solidFill>
                <a:latin typeface="Courier New" pitchFamily="34" charset="0"/>
                <a:ea typeface="Courier New" pitchFamily="34" charset="-122"/>
                <a:cs typeface="Courier New" pitchFamily="34" charset="-120"/>
              </a:rPr>
              <a:t>uncertainty_deg</a:t>
            </a:r>
            <a:endParaRPr lang="en-US" sz="2800" dirty="0"/>
          </a:p>
        </p:txBody>
      </p:sp>
      <p:sp>
        <p:nvSpPr>
          <p:cNvPr id="7" name="Text 5"/>
          <p:cNvSpPr/>
          <p:nvPr/>
        </p:nvSpPr>
        <p:spPr>
          <a:xfrm>
            <a:off x="5597295" y="2459732"/>
            <a:ext cx="5466945" cy="1261879"/>
          </a:xfrm>
          <a:prstGeom prst="rect">
            <a:avLst/>
          </a:prstGeom>
          <a:noFill/>
          <a:ln/>
        </p:spPr>
        <p:txBody>
          <a:bodyPr wrap="square" lIns="635" tIns="635" rIns="635" bIns="635" rtlCol="0" anchor="t">
            <a:noAutofit/>
          </a:bodyPr>
          <a:lstStyle/>
          <a:p>
            <a:pPr marL="0" indent="0" algn="l">
              <a:buNone/>
            </a:pPr>
            <a:r>
              <a:rPr lang="en-US" sz="2600" dirty="0">
                <a:solidFill>
                  <a:srgbClr val="1E293B"/>
                </a:solidFill>
                <a:latin typeface="Aptos" pitchFamily="34" charset="0"/>
                <a:ea typeface="Aptos" pitchFamily="34" charset="-122"/>
                <a:cs typeface="Aptos" pitchFamily="34" charset="-120"/>
              </a:rPr>
              <a:t>We treat declination as linear over the analysed range, so the lesson can focus on smoothing and uncertainty.</a:t>
            </a:r>
            <a:endParaRPr lang="en-US" sz="2600" dirty="0"/>
          </a:p>
        </p:txBody>
      </p:sp>
      <p:sp>
        <p:nvSpPr>
          <p:cNvPr id="8" name="Text 6"/>
          <p:cNvSpPr/>
          <p:nvPr/>
        </p:nvSpPr>
        <p:spPr>
          <a:xfrm>
            <a:off x="1586581" y="4825699"/>
            <a:ext cx="8896917" cy="1080548"/>
          </a:xfrm>
          <a:prstGeom prst="rect">
            <a:avLst/>
          </a:prstGeom>
          <a:solidFill>
            <a:srgbClr val="FFF8E8"/>
          </a:solidFill>
          <a:ln w="15240">
            <a:solidFill>
              <a:srgbClr val="D99A2B"/>
            </a:solidFill>
          </a:ln>
        </p:spPr>
        <p:txBody>
          <a:bodyPr wrap="square" lIns="1778" tIns="1778" rIns="1778" bIns="1778" rtlCol="0" anchor="ctr">
            <a:noAutofit/>
          </a:bodyPr>
          <a:lstStyle/>
          <a:p>
            <a:pPr marL="180000" indent="0">
              <a:buNone/>
            </a:pPr>
            <a:r>
              <a:rPr lang="en-US" sz="2800" dirty="0">
                <a:solidFill>
                  <a:srgbClr val="1E293B"/>
                </a:solidFill>
                <a:latin typeface="Aptos" pitchFamily="34" charset="0"/>
                <a:ea typeface="Aptos" pitchFamily="34" charset="-122"/>
                <a:cs typeface="Aptos" pitchFamily="34" charset="-120"/>
              </a:rPr>
              <a:t>uncertainty_deg = reported ± measurement uncertainty; </a:t>
            </a:r>
            <a:br>
              <a:rPr lang="en-US" sz="2800" dirty="0">
                <a:solidFill>
                  <a:srgbClr val="1E293B"/>
                </a:solidFill>
                <a:latin typeface="Aptos" pitchFamily="34" charset="0"/>
                <a:ea typeface="Aptos" pitchFamily="34" charset="-122"/>
                <a:cs typeface="Aptos" pitchFamily="34" charset="-120"/>
              </a:rPr>
            </a:br>
            <a:r>
              <a:rPr lang="en-US" sz="2800" dirty="0">
                <a:solidFill>
                  <a:srgbClr val="1E293B"/>
                </a:solidFill>
                <a:latin typeface="Aptos" pitchFamily="34" charset="0"/>
                <a:ea typeface="Aptos" pitchFamily="34" charset="-122"/>
                <a:cs typeface="Aptos" pitchFamily="34" charset="-120"/>
              </a:rPr>
              <a:t>not automatically one standard deviation.</a:t>
            </a:r>
            <a:endParaRPr lang="en-US" sz="2800" dirty="0"/>
          </a:p>
        </p:txBody>
      </p:sp>
      <p:sp>
        <p:nvSpPr>
          <p:cNvPr id="9" name="Shape 7"/>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0" name="Text 8"/>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Curvigrams and sensitivity analysis</a:t>
            </a:r>
            <a:endParaRPr lang="en-US" sz="750" dirty="0"/>
          </a:p>
        </p:txBody>
      </p:sp>
      <p:sp>
        <p:nvSpPr>
          <p:cNvPr id="11" name="TextBox 10"/>
          <p:cNvSpPr txBox="1"/>
          <p:nvPr/>
        </p:nvSpPr>
        <p:spPr>
          <a:xfrm>
            <a:off x="11064240" y="6556248"/>
            <a:ext cx="502920" cy="182880"/>
          </a:xfrm>
          <a:prstGeom prst="rect">
            <a:avLst/>
          </a:prstGeom>
          <a:noFill/>
        </p:spPr>
        <p:txBody>
          <a:bodyPr wrap="none">
            <a:spAutoFit/>
          </a:bodyPr>
          <a:lstStyle/>
          <a:p>
            <a:pPr algn="r"/>
            <a:fld id="{7D64A144-7FD9-476E-9857-8A4130C11471}" type="slidenum">
              <a:rPr lang="en-US" sz="700">
                <a:solidFill>
                  <a:srgbClr val="6E7B86"/>
                </a:solidFill>
              </a:rPr>
              <a:t>25</a:t>
            </a:fld>
            <a:endParaRPr lang="en-US" sz="700">
              <a:solidFill>
                <a:srgbClr val="6E7B86"/>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ONE SENTENCE</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What is a curvigram?</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12" name="Shape 10"/>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3" name="Text 11"/>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Curvigrams and sensitivity analysis</a:t>
            </a:r>
            <a:endParaRPr lang="en-US" sz="750" dirty="0"/>
          </a:p>
        </p:txBody>
      </p:sp>
      <p:sp>
        <p:nvSpPr>
          <p:cNvPr id="16" name="TextBox 15"/>
          <p:cNvSpPr txBox="1"/>
          <p:nvPr/>
        </p:nvSpPr>
        <p:spPr>
          <a:xfrm>
            <a:off x="469192" y="1353312"/>
            <a:ext cx="11223137" cy="307777"/>
          </a:xfrm>
          <a:prstGeom prst="rect">
            <a:avLst/>
          </a:prstGeom>
          <a:noFill/>
        </p:spPr>
        <p:txBody>
          <a:bodyPr wrap="none" lIns="0" tIns="0" rIns="0" bIns="0">
            <a:spAutoFit/>
          </a:bodyPr>
          <a:lstStyle/>
          <a:p>
            <a:pPr algn="ctr"/>
            <a:r>
              <a:rPr sz="2000" b="1" dirty="0">
                <a:solidFill>
                  <a:srgbClr val="163953"/>
                </a:solidFill>
                <a:latin typeface="Aptos"/>
              </a:rPr>
              <a:t>One measurement becomes one uncertainty-shaped contribution; the dataset becomes a curve.</a:t>
            </a:r>
          </a:p>
        </p:txBody>
      </p:sp>
      <p:sp>
        <p:nvSpPr>
          <p:cNvPr id="17" name="Rounded Rectangle 16"/>
          <p:cNvSpPr/>
          <p:nvPr/>
        </p:nvSpPr>
        <p:spPr>
          <a:xfrm>
            <a:off x="822960" y="1965960"/>
            <a:ext cx="2514600" cy="3246120"/>
          </a:xfrm>
          <a:prstGeom prst="roundRect">
            <a:avLst/>
          </a:prstGeom>
          <a:solidFill>
            <a:srgbClr val="FFFFFF"/>
          </a:solidFill>
          <a:ln w="13970">
            <a:solidFill>
              <a:srgbClr val="CD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32688" y="2075688"/>
            <a:ext cx="320040" cy="320040"/>
          </a:xfrm>
          <a:prstGeom prst="roundRect">
            <a:avLst/>
          </a:prstGeom>
          <a:solidFill>
            <a:srgbClr val="2799A0"/>
          </a:solidFill>
          <a:ln w="13970">
            <a:solidFill>
              <a:srgbClr val="2799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dirty="0">
                <a:solidFill>
                  <a:srgbClr val="FFFFFF"/>
                </a:solidFill>
                <a:latin typeface="Aptos"/>
              </a:rPr>
              <a:t>1</a:t>
            </a:r>
          </a:p>
        </p:txBody>
      </p:sp>
      <p:sp>
        <p:nvSpPr>
          <p:cNvPr id="19" name="TextBox 18"/>
          <p:cNvSpPr txBox="1"/>
          <p:nvPr/>
        </p:nvSpPr>
        <p:spPr>
          <a:xfrm>
            <a:off x="1345226" y="2035647"/>
            <a:ext cx="1472198" cy="553998"/>
          </a:xfrm>
          <a:prstGeom prst="rect">
            <a:avLst/>
          </a:prstGeom>
          <a:noFill/>
        </p:spPr>
        <p:txBody>
          <a:bodyPr wrap="none" lIns="0" tIns="0" rIns="0" bIns="0">
            <a:spAutoFit/>
          </a:bodyPr>
          <a:lstStyle/>
          <a:p>
            <a:pPr algn="l"/>
            <a:r>
              <a:rPr b="1" dirty="0">
                <a:solidFill>
                  <a:srgbClr val="163953"/>
                </a:solidFill>
                <a:latin typeface="Aptos"/>
              </a:rPr>
              <a:t>Individual
measurement</a:t>
            </a:r>
          </a:p>
        </p:txBody>
      </p:sp>
      <p:cxnSp>
        <p:nvCxnSpPr>
          <p:cNvPr id="29" name="Connector 28"/>
          <p:cNvCxnSpPr/>
          <p:nvPr/>
        </p:nvCxnSpPr>
        <p:spPr>
          <a:xfrm>
            <a:off x="1143000" y="4133087"/>
            <a:ext cx="1874520" cy="0"/>
          </a:xfrm>
          <a:prstGeom prst="line">
            <a:avLst/>
          </a:prstGeom>
          <a:ln w="12700">
            <a:solidFill>
              <a:srgbClr val="646E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234440" y="4069080"/>
            <a:ext cx="0" cy="128016"/>
          </a:xfrm>
          <a:prstGeom prst="line">
            <a:avLst/>
          </a:prstGeom>
          <a:ln w="8890">
            <a:solidFill>
              <a:srgbClr val="646E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103120" y="4069080"/>
            <a:ext cx="0" cy="128016"/>
          </a:xfrm>
          <a:prstGeom prst="line">
            <a:avLst/>
          </a:prstGeom>
          <a:ln w="8890">
            <a:solidFill>
              <a:srgbClr val="646E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926080" y="4069080"/>
            <a:ext cx="0" cy="128016"/>
          </a:xfrm>
          <a:prstGeom prst="line">
            <a:avLst/>
          </a:prstGeom>
          <a:ln w="8890">
            <a:solidFill>
              <a:srgbClr val="646E78"/>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2148840" y="3767328"/>
            <a:ext cx="164592" cy="164592"/>
          </a:xfrm>
          <a:prstGeom prst="ellipse">
            <a:avLst/>
          </a:prstGeom>
          <a:solidFill>
            <a:srgbClr val="E58B2E"/>
          </a:solidFill>
          <a:ln>
            <a:solidFill>
              <a:srgbClr val="E58B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395615" y="4480560"/>
            <a:ext cx="1277849" cy="246221"/>
          </a:xfrm>
          <a:prstGeom prst="rect">
            <a:avLst/>
          </a:prstGeom>
          <a:noFill/>
        </p:spPr>
        <p:txBody>
          <a:bodyPr wrap="none" lIns="0" tIns="0" rIns="0" bIns="0">
            <a:spAutoFit/>
          </a:bodyPr>
          <a:lstStyle/>
          <a:p>
            <a:pPr algn="ctr"/>
            <a:r>
              <a:rPr sz="1600" b="0" dirty="0">
                <a:solidFill>
                  <a:srgbClr val="646E78"/>
                </a:solidFill>
                <a:latin typeface="Aptos"/>
              </a:rPr>
              <a:t>reported value</a:t>
            </a:r>
          </a:p>
        </p:txBody>
      </p:sp>
      <p:grpSp>
        <p:nvGrpSpPr>
          <p:cNvPr id="70" name="Group 69">
            <a:extLst>
              <a:ext uri="{FF2B5EF4-FFF2-40B4-BE49-F238E27FC236}">
                <a16:creationId xmlns:a16="http://schemas.microsoft.com/office/drawing/2014/main" id="{0F65EDBE-4899-681C-6A7E-BFE022D5F39E}"/>
              </a:ext>
            </a:extLst>
          </p:cNvPr>
          <p:cNvGrpSpPr/>
          <p:nvPr/>
        </p:nvGrpSpPr>
        <p:grpSpPr>
          <a:xfrm>
            <a:off x="3520440" y="1965960"/>
            <a:ext cx="2514600" cy="3246120"/>
            <a:chOff x="3520440" y="1965960"/>
            <a:chExt cx="2514600" cy="3246120"/>
          </a:xfrm>
        </p:grpSpPr>
        <p:grpSp>
          <p:nvGrpSpPr>
            <p:cNvPr id="5" name="Group 4">
              <a:extLst>
                <a:ext uri="{FF2B5EF4-FFF2-40B4-BE49-F238E27FC236}">
                  <a16:creationId xmlns:a16="http://schemas.microsoft.com/office/drawing/2014/main" id="{94759BD9-ED44-5F6B-DBC2-A5C922AFC22E}"/>
                </a:ext>
              </a:extLst>
            </p:cNvPr>
            <p:cNvGrpSpPr/>
            <p:nvPr/>
          </p:nvGrpSpPr>
          <p:grpSpPr>
            <a:xfrm>
              <a:off x="3520440" y="1965960"/>
              <a:ext cx="2514600" cy="3246120"/>
              <a:chOff x="3520440" y="1965960"/>
              <a:chExt cx="2514600" cy="3246120"/>
            </a:xfrm>
          </p:grpSpPr>
          <p:sp>
            <p:nvSpPr>
              <p:cNvPr id="20" name="Rounded Rectangle 19"/>
              <p:cNvSpPr/>
              <p:nvPr/>
            </p:nvSpPr>
            <p:spPr>
              <a:xfrm>
                <a:off x="3520440" y="1965960"/>
                <a:ext cx="2514600" cy="3246120"/>
              </a:xfrm>
              <a:prstGeom prst="roundRect">
                <a:avLst/>
              </a:prstGeom>
              <a:solidFill>
                <a:srgbClr val="FFFFFF"/>
              </a:solidFill>
              <a:ln w="13970">
                <a:solidFill>
                  <a:srgbClr val="CD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656238" y="2066211"/>
                <a:ext cx="320040" cy="320040"/>
              </a:xfrm>
              <a:prstGeom prst="roundRect">
                <a:avLst/>
              </a:prstGeom>
              <a:solidFill>
                <a:srgbClr val="2799A0"/>
              </a:solidFill>
              <a:ln w="13970">
                <a:solidFill>
                  <a:srgbClr val="2799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dirty="0">
                    <a:solidFill>
                      <a:srgbClr val="FFFFFF"/>
                    </a:solidFill>
                    <a:latin typeface="Aptos"/>
                  </a:rPr>
                  <a:t>2</a:t>
                </a:r>
              </a:p>
            </p:txBody>
          </p:sp>
          <p:sp>
            <p:nvSpPr>
              <p:cNvPr id="22" name="TextBox 21"/>
              <p:cNvSpPr txBox="1"/>
              <p:nvPr/>
            </p:nvSpPr>
            <p:spPr>
              <a:xfrm>
                <a:off x="4102575" y="2025688"/>
                <a:ext cx="1446806" cy="492443"/>
              </a:xfrm>
              <a:prstGeom prst="rect">
                <a:avLst/>
              </a:prstGeom>
              <a:noFill/>
            </p:spPr>
            <p:txBody>
              <a:bodyPr wrap="none" lIns="0" tIns="0" rIns="0" bIns="0">
                <a:spAutoFit/>
              </a:bodyPr>
              <a:lstStyle/>
              <a:p>
                <a:pPr algn="l"/>
                <a:r>
                  <a:rPr sz="1600" b="1" dirty="0">
                    <a:solidFill>
                      <a:srgbClr val="163953"/>
                    </a:solidFill>
                    <a:latin typeface="Aptos"/>
                  </a:rPr>
                  <a:t>Measurement +
uncertainty</a:t>
                </a:r>
              </a:p>
            </p:txBody>
          </p:sp>
          <p:cxnSp>
            <p:nvCxnSpPr>
              <p:cNvPr id="36" name="Connector 35"/>
              <p:cNvCxnSpPr/>
              <p:nvPr/>
            </p:nvCxnSpPr>
            <p:spPr>
              <a:xfrm>
                <a:off x="4526280" y="3886200"/>
                <a:ext cx="822960" cy="0"/>
              </a:xfrm>
              <a:prstGeom prst="line">
                <a:avLst/>
              </a:prstGeom>
              <a:ln w="38100">
                <a:solidFill>
                  <a:srgbClr val="E58B2E"/>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526280" y="3767328"/>
                <a:ext cx="0" cy="237744"/>
              </a:xfrm>
              <a:prstGeom prst="line">
                <a:avLst/>
              </a:prstGeom>
              <a:ln w="15240">
                <a:solidFill>
                  <a:srgbClr val="E58B2E"/>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349240" y="3767328"/>
                <a:ext cx="0" cy="237744"/>
              </a:xfrm>
              <a:prstGeom prst="line">
                <a:avLst/>
              </a:prstGeom>
              <a:ln w="15240">
                <a:solidFill>
                  <a:srgbClr val="E58B2E"/>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4864608" y="3776472"/>
                <a:ext cx="182880" cy="182880"/>
              </a:xfrm>
              <a:prstGeom prst="ellipse">
                <a:avLst/>
              </a:prstGeom>
              <a:solidFill>
                <a:srgbClr val="E58B2E"/>
              </a:solidFill>
              <a:ln>
                <a:solidFill>
                  <a:srgbClr val="E58B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575250" y="4471749"/>
                <a:ext cx="2442527" cy="246221"/>
              </a:xfrm>
              <a:prstGeom prst="rect">
                <a:avLst/>
              </a:prstGeom>
              <a:noFill/>
            </p:spPr>
            <p:txBody>
              <a:bodyPr wrap="none" lIns="0" tIns="0" rIns="0" bIns="0">
                <a:spAutoFit/>
              </a:bodyPr>
              <a:lstStyle/>
              <a:p>
                <a:pPr algn="ctr"/>
                <a:r>
                  <a:rPr sz="1600" b="0" dirty="0">
                    <a:solidFill>
                      <a:srgbClr val="646E78"/>
                    </a:solidFill>
                    <a:latin typeface="Aptos"/>
                  </a:rPr>
                  <a:t>± measurement uncertainty</a:t>
                </a:r>
              </a:p>
            </p:txBody>
          </p:sp>
        </p:grpSp>
        <p:cxnSp>
          <p:nvCxnSpPr>
            <p:cNvPr id="35" name="Connector 34"/>
            <p:cNvCxnSpPr/>
            <p:nvPr/>
          </p:nvCxnSpPr>
          <p:spPr>
            <a:xfrm>
              <a:off x="3858768" y="4133087"/>
              <a:ext cx="1883664" cy="0"/>
            </a:xfrm>
            <a:prstGeom prst="line">
              <a:avLst/>
            </a:prstGeom>
            <a:ln w="12700">
              <a:solidFill>
                <a:srgbClr val="646E78"/>
              </a:solidFill>
            </a:ln>
          </p:spPr>
          <p:style>
            <a:lnRef idx="2">
              <a:schemeClr val="accent1"/>
            </a:lnRef>
            <a:fillRef idx="0">
              <a:schemeClr val="accent1"/>
            </a:fillRef>
            <a:effectRef idx="1">
              <a:schemeClr val="accent1"/>
            </a:effectRef>
            <a:fontRef idx="minor">
              <a:schemeClr val="tx1"/>
            </a:fontRef>
          </p:style>
        </p:cxnSp>
      </p:grpSp>
      <p:grpSp>
        <p:nvGrpSpPr>
          <p:cNvPr id="11" name="Group 10">
            <a:extLst>
              <a:ext uri="{FF2B5EF4-FFF2-40B4-BE49-F238E27FC236}">
                <a16:creationId xmlns:a16="http://schemas.microsoft.com/office/drawing/2014/main" id="{2573939E-D92B-FA85-F4B2-B21A8ABB4745}"/>
              </a:ext>
            </a:extLst>
          </p:cNvPr>
          <p:cNvGrpSpPr/>
          <p:nvPr/>
        </p:nvGrpSpPr>
        <p:grpSpPr>
          <a:xfrm>
            <a:off x="6217920" y="1965960"/>
            <a:ext cx="2514600" cy="3246120"/>
            <a:chOff x="6217920" y="1965960"/>
            <a:chExt cx="2514600" cy="3246120"/>
          </a:xfrm>
        </p:grpSpPr>
        <p:sp>
          <p:nvSpPr>
            <p:cNvPr id="23" name="Rounded Rectangle 22"/>
            <p:cNvSpPr/>
            <p:nvPr/>
          </p:nvSpPr>
          <p:spPr>
            <a:xfrm>
              <a:off x="6217920" y="1965960"/>
              <a:ext cx="2514600" cy="3246120"/>
            </a:xfrm>
            <a:prstGeom prst="roundRect">
              <a:avLst/>
            </a:prstGeom>
            <a:solidFill>
              <a:srgbClr val="FFFFFF"/>
            </a:solidFill>
            <a:ln w="13970">
              <a:solidFill>
                <a:srgbClr val="CD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327648" y="2075688"/>
              <a:ext cx="320040" cy="320040"/>
            </a:xfrm>
            <a:prstGeom prst="roundRect">
              <a:avLst/>
            </a:prstGeom>
            <a:solidFill>
              <a:srgbClr val="2799A0"/>
            </a:solidFill>
            <a:ln w="13970">
              <a:solidFill>
                <a:srgbClr val="2799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dirty="0">
                  <a:solidFill>
                    <a:srgbClr val="FFFFFF"/>
                  </a:solidFill>
                  <a:latin typeface="Aptos"/>
                </a:rPr>
                <a:t>3</a:t>
              </a:r>
            </a:p>
          </p:txBody>
        </p:sp>
        <p:sp>
          <p:nvSpPr>
            <p:cNvPr id="25" name="TextBox 24"/>
            <p:cNvSpPr txBox="1"/>
            <p:nvPr/>
          </p:nvSpPr>
          <p:spPr>
            <a:xfrm>
              <a:off x="6757416" y="2066211"/>
              <a:ext cx="1154162" cy="492443"/>
            </a:xfrm>
            <a:prstGeom prst="rect">
              <a:avLst/>
            </a:prstGeom>
            <a:noFill/>
          </p:spPr>
          <p:txBody>
            <a:bodyPr wrap="none" lIns="0" tIns="0" rIns="0" bIns="0">
              <a:spAutoFit/>
            </a:bodyPr>
            <a:lstStyle/>
            <a:p>
              <a:pPr algn="l"/>
              <a:r>
                <a:rPr sz="1600" b="1" dirty="0">
                  <a:solidFill>
                    <a:srgbClr val="163953"/>
                  </a:solidFill>
                  <a:latin typeface="Aptos"/>
                </a:rPr>
                <a:t>Kernel
contribution</a:t>
              </a:r>
            </a:p>
          </p:txBody>
        </p:sp>
        <p:cxnSp>
          <p:nvCxnSpPr>
            <p:cNvPr id="41" name="Connector 40"/>
            <p:cNvCxnSpPr/>
            <p:nvPr/>
          </p:nvCxnSpPr>
          <p:spPr>
            <a:xfrm flipV="1">
              <a:off x="6629400" y="3931920"/>
              <a:ext cx="274320" cy="365760"/>
            </a:xfrm>
            <a:prstGeom prst="line">
              <a:avLst/>
            </a:prstGeom>
            <a:ln w="29209">
              <a:solidFill>
                <a:srgbClr val="E58B2E"/>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6903720" y="3520440"/>
              <a:ext cx="274320" cy="411480"/>
            </a:xfrm>
            <a:prstGeom prst="line">
              <a:avLst/>
            </a:prstGeom>
            <a:ln w="29209">
              <a:solidFill>
                <a:srgbClr val="E58B2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7178040" y="3218688"/>
              <a:ext cx="274320" cy="301752"/>
            </a:xfrm>
            <a:prstGeom prst="line">
              <a:avLst/>
            </a:prstGeom>
            <a:ln w="29209">
              <a:solidFill>
                <a:srgbClr val="E58B2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452360" y="3218688"/>
              <a:ext cx="274319" cy="301752"/>
            </a:xfrm>
            <a:prstGeom prst="line">
              <a:avLst/>
            </a:prstGeom>
            <a:ln w="29209">
              <a:solidFill>
                <a:srgbClr val="E58B2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726679" y="3520440"/>
              <a:ext cx="274321" cy="411480"/>
            </a:xfrm>
            <a:prstGeom prst="line">
              <a:avLst/>
            </a:prstGeom>
            <a:ln w="29209">
              <a:solidFill>
                <a:srgbClr val="E58B2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001000" y="3931920"/>
              <a:ext cx="274320" cy="365760"/>
            </a:xfrm>
            <a:prstGeom prst="line">
              <a:avLst/>
            </a:prstGeom>
            <a:ln w="29209">
              <a:solidFill>
                <a:srgbClr val="E58B2E"/>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537960" y="4315968"/>
              <a:ext cx="1828800" cy="0"/>
            </a:xfrm>
            <a:prstGeom prst="line">
              <a:avLst/>
            </a:prstGeom>
            <a:ln w="12700">
              <a:solidFill>
                <a:srgbClr val="646E78"/>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605815" y="4480560"/>
              <a:ext cx="1738809" cy="246221"/>
            </a:xfrm>
            <a:prstGeom prst="rect">
              <a:avLst/>
            </a:prstGeom>
            <a:noFill/>
          </p:spPr>
          <p:txBody>
            <a:bodyPr wrap="none" lIns="0" tIns="0" rIns="0" bIns="0">
              <a:spAutoFit/>
            </a:bodyPr>
            <a:lstStyle/>
            <a:p>
              <a:pPr algn="ctr"/>
              <a:r>
                <a:rPr sz="1600" b="0" dirty="0">
                  <a:solidFill>
                    <a:srgbClr val="646E78"/>
                  </a:solidFill>
                  <a:latin typeface="Aptos"/>
                </a:rPr>
                <a:t>kernel around value</a:t>
              </a:r>
            </a:p>
          </p:txBody>
        </p:sp>
      </p:grpSp>
      <p:grpSp>
        <p:nvGrpSpPr>
          <p:cNvPr id="69" name="Group 68">
            <a:extLst>
              <a:ext uri="{FF2B5EF4-FFF2-40B4-BE49-F238E27FC236}">
                <a16:creationId xmlns:a16="http://schemas.microsoft.com/office/drawing/2014/main" id="{52540478-D0AE-5EF3-9162-9C77B43FF7FB}"/>
              </a:ext>
            </a:extLst>
          </p:cNvPr>
          <p:cNvGrpSpPr/>
          <p:nvPr/>
        </p:nvGrpSpPr>
        <p:grpSpPr>
          <a:xfrm>
            <a:off x="8915400" y="1965960"/>
            <a:ext cx="2514600" cy="3246120"/>
            <a:chOff x="8915400" y="1965960"/>
            <a:chExt cx="2514600" cy="3246120"/>
          </a:xfrm>
        </p:grpSpPr>
        <p:sp>
          <p:nvSpPr>
            <p:cNvPr id="26" name="Rounded Rectangle 25"/>
            <p:cNvSpPr/>
            <p:nvPr/>
          </p:nvSpPr>
          <p:spPr>
            <a:xfrm>
              <a:off x="8915400" y="1965960"/>
              <a:ext cx="2514600" cy="3246120"/>
            </a:xfrm>
            <a:prstGeom prst="roundRect">
              <a:avLst/>
            </a:prstGeom>
            <a:solidFill>
              <a:srgbClr val="FFFFFF"/>
            </a:solidFill>
            <a:ln w="13970">
              <a:solidFill>
                <a:srgbClr val="CD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025128" y="2075688"/>
              <a:ext cx="320040" cy="320040"/>
            </a:xfrm>
            <a:prstGeom prst="roundRect">
              <a:avLst/>
            </a:prstGeom>
            <a:solidFill>
              <a:srgbClr val="2799A0"/>
            </a:solidFill>
            <a:ln w="13970">
              <a:solidFill>
                <a:srgbClr val="2799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dirty="0">
                  <a:solidFill>
                    <a:srgbClr val="FFFFFF"/>
                  </a:solidFill>
                  <a:latin typeface="Aptos"/>
                </a:rPr>
                <a:t>4</a:t>
              </a:r>
            </a:p>
          </p:txBody>
        </p:sp>
        <p:sp>
          <p:nvSpPr>
            <p:cNvPr id="28" name="TextBox 27"/>
            <p:cNvSpPr txBox="1"/>
            <p:nvPr/>
          </p:nvSpPr>
          <p:spPr>
            <a:xfrm>
              <a:off x="9418320" y="2048250"/>
              <a:ext cx="1589474" cy="738664"/>
            </a:xfrm>
            <a:prstGeom prst="rect">
              <a:avLst/>
            </a:prstGeom>
            <a:noFill/>
          </p:spPr>
          <p:txBody>
            <a:bodyPr wrap="none" lIns="0" tIns="0" rIns="0" bIns="0">
              <a:spAutoFit/>
            </a:bodyPr>
            <a:lstStyle/>
            <a:p>
              <a:pPr algn="l"/>
              <a:r>
                <a:rPr sz="1600" b="1" dirty="0">
                  <a:solidFill>
                    <a:srgbClr val="163953"/>
                  </a:solidFill>
                  <a:latin typeface="Aptos"/>
                </a:rPr>
                <a:t>Summed +
area-</a:t>
              </a:r>
              <a:r>
                <a:rPr sz="1600" b="1" dirty="0" err="1">
                  <a:solidFill>
                    <a:srgbClr val="163953"/>
                  </a:solidFill>
                  <a:latin typeface="Aptos"/>
                </a:rPr>
                <a:t>normalised</a:t>
              </a:r>
              <a:r>
                <a:rPr sz="1600" b="1" dirty="0">
                  <a:solidFill>
                    <a:srgbClr val="163953"/>
                  </a:solidFill>
                  <a:latin typeface="Aptos"/>
                </a:rPr>
                <a:t> </a:t>
              </a:r>
              <a:br>
                <a:rPr lang="en-NZ" sz="1600" b="1" dirty="0">
                  <a:solidFill>
                    <a:srgbClr val="163953"/>
                  </a:solidFill>
                  <a:latin typeface="Aptos"/>
                </a:rPr>
              </a:br>
              <a:r>
                <a:rPr sz="1600" b="1" dirty="0">
                  <a:solidFill>
                    <a:srgbClr val="163953"/>
                  </a:solidFill>
                  <a:latin typeface="Aptos"/>
                </a:rPr>
                <a:t>curve</a:t>
              </a:r>
            </a:p>
          </p:txBody>
        </p:sp>
        <p:cxnSp>
          <p:nvCxnSpPr>
            <p:cNvPr id="49" name="Connector 48"/>
            <p:cNvCxnSpPr/>
            <p:nvPr/>
          </p:nvCxnSpPr>
          <p:spPr>
            <a:xfrm>
              <a:off x="9235440" y="4389120"/>
              <a:ext cx="1783080" cy="0"/>
            </a:xfrm>
            <a:prstGeom prst="line">
              <a:avLst/>
            </a:prstGeom>
            <a:ln w="12700">
              <a:solidFill>
                <a:srgbClr val="646E78"/>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9418320" y="4462272"/>
              <a:ext cx="73152" cy="73152"/>
            </a:xfrm>
            <a:prstGeom prst="ellipse">
              <a:avLst/>
            </a:prstGeom>
            <a:solidFill>
              <a:srgbClr val="96A0AA"/>
            </a:solidFill>
            <a:ln>
              <a:solidFill>
                <a:srgbClr val="96A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9646920" y="4462272"/>
              <a:ext cx="73152" cy="73152"/>
            </a:xfrm>
            <a:prstGeom prst="ellipse">
              <a:avLst/>
            </a:prstGeom>
            <a:solidFill>
              <a:srgbClr val="96A0AA"/>
            </a:solidFill>
            <a:ln>
              <a:solidFill>
                <a:srgbClr val="96A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784080" y="4462272"/>
              <a:ext cx="73152" cy="73152"/>
            </a:xfrm>
            <a:prstGeom prst="ellipse">
              <a:avLst/>
            </a:prstGeom>
            <a:solidFill>
              <a:srgbClr val="96A0AA"/>
            </a:solidFill>
            <a:ln>
              <a:solidFill>
                <a:srgbClr val="96A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0149840" y="4462272"/>
              <a:ext cx="73152" cy="73152"/>
            </a:xfrm>
            <a:prstGeom prst="ellipse">
              <a:avLst/>
            </a:prstGeom>
            <a:solidFill>
              <a:srgbClr val="96A0AA"/>
            </a:solidFill>
            <a:ln>
              <a:solidFill>
                <a:srgbClr val="96A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10405872" y="4462272"/>
              <a:ext cx="73152" cy="73152"/>
            </a:xfrm>
            <a:prstGeom prst="ellipse">
              <a:avLst/>
            </a:prstGeom>
            <a:solidFill>
              <a:srgbClr val="96A0AA"/>
            </a:solidFill>
            <a:ln>
              <a:solidFill>
                <a:srgbClr val="96A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0607040" y="4462272"/>
              <a:ext cx="73152" cy="73152"/>
            </a:xfrm>
            <a:prstGeom prst="ellipse">
              <a:avLst/>
            </a:prstGeom>
            <a:solidFill>
              <a:srgbClr val="96A0AA"/>
            </a:solidFill>
            <a:ln>
              <a:solidFill>
                <a:srgbClr val="96A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10789920" y="4462272"/>
              <a:ext cx="73152" cy="73152"/>
            </a:xfrm>
            <a:prstGeom prst="ellipse">
              <a:avLst/>
            </a:prstGeom>
            <a:solidFill>
              <a:srgbClr val="96A0AA"/>
            </a:solidFill>
            <a:ln>
              <a:solidFill>
                <a:srgbClr val="96A0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7" name="Connector 56"/>
            <p:cNvCxnSpPr/>
            <p:nvPr/>
          </p:nvCxnSpPr>
          <p:spPr>
            <a:xfrm flipV="1">
              <a:off x="9253728" y="3840480"/>
              <a:ext cx="210312" cy="365760"/>
            </a:xfrm>
            <a:prstGeom prst="line">
              <a:avLst/>
            </a:prstGeom>
            <a:ln w="26670">
              <a:solidFill>
                <a:srgbClr val="163953"/>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9464040" y="3154680"/>
              <a:ext cx="246888" cy="685800"/>
            </a:xfrm>
            <a:prstGeom prst="line">
              <a:avLst/>
            </a:prstGeom>
            <a:ln w="26670">
              <a:solidFill>
                <a:srgbClr val="163953"/>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9710928" y="3154680"/>
              <a:ext cx="301752" cy="365760"/>
            </a:xfrm>
            <a:prstGeom prst="line">
              <a:avLst/>
            </a:prstGeom>
            <a:ln w="26670">
              <a:solidFill>
                <a:srgbClr val="163953"/>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012680" y="3520440"/>
              <a:ext cx="320040" cy="365760"/>
            </a:xfrm>
            <a:prstGeom prst="line">
              <a:avLst/>
            </a:prstGeom>
            <a:ln w="26670">
              <a:solidFill>
                <a:srgbClr val="163953"/>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10332720" y="3474720"/>
              <a:ext cx="228600" cy="411480"/>
            </a:xfrm>
            <a:prstGeom prst="line">
              <a:avLst/>
            </a:prstGeom>
            <a:ln w="26670">
              <a:solidFill>
                <a:srgbClr val="163953"/>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0561320" y="3474720"/>
              <a:ext cx="274320" cy="502919"/>
            </a:xfrm>
            <a:prstGeom prst="line">
              <a:avLst/>
            </a:prstGeom>
            <a:ln w="26670">
              <a:solidFill>
                <a:srgbClr val="163953"/>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0835640" y="3977639"/>
              <a:ext cx="182880" cy="246889"/>
            </a:xfrm>
            <a:prstGeom prst="line">
              <a:avLst/>
            </a:prstGeom>
            <a:ln w="26670">
              <a:solidFill>
                <a:srgbClr val="163953"/>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9119238" y="4617720"/>
              <a:ext cx="2061205" cy="492443"/>
            </a:xfrm>
            <a:prstGeom prst="rect">
              <a:avLst/>
            </a:prstGeom>
            <a:noFill/>
          </p:spPr>
          <p:txBody>
            <a:bodyPr wrap="none" lIns="0" tIns="0" rIns="0" bIns="0">
              <a:spAutoFit/>
            </a:bodyPr>
            <a:lstStyle/>
            <a:p>
              <a:pPr algn="ctr"/>
              <a:r>
                <a:rPr sz="1600" b="0" dirty="0">
                  <a:solidFill>
                    <a:srgbClr val="E58B2E"/>
                  </a:solidFill>
                  <a:latin typeface="Aptos"/>
                </a:rPr>
                <a:t>compare features after </a:t>
              </a:r>
              <a:br>
                <a:rPr lang="en-NZ" sz="1600" b="0" dirty="0">
                  <a:solidFill>
                    <a:srgbClr val="E58B2E"/>
                  </a:solidFill>
                  <a:latin typeface="Aptos"/>
                </a:rPr>
              </a:br>
              <a:r>
                <a:rPr sz="1600" b="0" dirty="0">
                  <a:solidFill>
                    <a:srgbClr val="E58B2E"/>
                  </a:solidFill>
                  <a:latin typeface="Aptos"/>
                </a:rPr>
                <a:t>sensitivity checks</a:t>
              </a:r>
            </a:p>
          </p:txBody>
        </p:sp>
      </p:grpSp>
      <p:sp>
        <p:nvSpPr>
          <p:cNvPr id="65" name="Rounded Rectangle 64"/>
          <p:cNvSpPr/>
          <p:nvPr/>
        </p:nvSpPr>
        <p:spPr>
          <a:xfrm>
            <a:off x="1188720" y="5449824"/>
            <a:ext cx="9784080" cy="1060704"/>
          </a:xfrm>
          <a:prstGeom prst="roundRect">
            <a:avLst/>
          </a:prstGeom>
          <a:solidFill>
            <a:srgbClr val="FFF4E5"/>
          </a:solidFill>
          <a:ln w="13970">
            <a:solidFill>
              <a:srgbClr val="E58B2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dirty="0">
                <a:solidFill>
                  <a:srgbClr val="E58B2E"/>
                </a:solidFill>
                <a:latin typeface="Aptos"/>
              </a:rPr>
              <a:t>Takeaway: a </a:t>
            </a:r>
            <a:r>
              <a:rPr sz="2800" b="1" dirty="0" err="1">
                <a:solidFill>
                  <a:srgbClr val="E58B2E"/>
                </a:solidFill>
                <a:latin typeface="Aptos"/>
              </a:rPr>
              <a:t>curvigram</a:t>
            </a:r>
            <a:r>
              <a:rPr sz="2800" b="1" dirty="0">
                <a:solidFill>
                  <a:srgbClr val="E58B2E"/>
                </a:solidFill>
                <a:latin typeface="Aptos"/>
              </a:rPr>
              <a:t> is a transparent smoothing-and-uncertainty display, not direct proof of intention.</a:t>
            </a:r>
          </a:p>
        </p:txBody>
      </p:sp>
      <p:sp>
        <p:nvSpPr>
          <p:cNvPr id="66" name="TextBox 65"/>
          <p:cNvSpPr txBox="1"/>
          <p:nvPr/>
        </p:nvSpPr>
        <p:spPr>
          <a:xfrm>
            <a:off x="11064240" y="6556248"/>
            <a:ext cx="502920" cy="182880"/>
          </a:xfrm>
          <a:prstGeom prst="rect">
            <a:avLst/>
          </a:prstGeom>
          <a:noFill/>
        </p:spPr>
        <p:txBody>
          <a:bodyPr wrap="none">
            <a:spAutoFit/>
          </a:bodyPr>
          <a:lstStyle/>
          <a:p>
            <a:pPr algn="r"/>
            <a:fld id="{54947A82-B31E-43B8-9E36-428328BE2179}" type="slidenum">
              <a:rPr lang="en-US" sz="700">
                <a:solidFill>
                  <a:srgbClr val="6E7B86"/>
                </a:solidFill>
              </a:rPr>
              <a:t>26</a:t>
            </a:fld>
            <a:endParaRPr lang="en-US" sz="700">
              <a:solidFill>
                <a:srgbClr val="6E7B8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EPANECHNIKOV / GAUSSIAN</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Kernel shape: compact versus smooth tails</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594360" y="2075883"/>
            <a:ext cx="5675117" cy="1051560"/>
          </a:xfrm>
          <a:prstGeom prst="rect">
            <a:avLst/>
          </a:prstGeom>
          <a:solidFill>
            <a:srgbClr val="F1F5F9"/>
          </a:solidFill>
          <a:ln w="10160">
            <a:solidFill>
              <a:srgbClr val="CBD5E1"/>
            </a:solidFill>
          </a:ln>
        </p:spPr>
        <p:txBody>
          <a:bodyPr wrap="square" lIns="1524" tIns="1524" rIns="1524" bIns="1524" rtlCol="0" anchor="ctr">
            <a:noAutofit/>
          </a:bodyPr>
          <a:lstStyle/>
          <a:p>
            <a:pPr marL="0" indent="0">
              <a:buNone/>
            </a:pPr>
            <a:r>
              <a:rPr lang="en-US" sz="2400" dirty="0">
                <a:solidFill>
                  <a:srgbClr val="0F172A"/>
                </a:solidFill>
                <a:latin typeface="Courier New" pitchFamily="34" charset="0"/>
                <a:ea typeface="Courier New" pitchFamily="34" charset="-122"/>
                <a:cs typeface="Courier New" pitchFamily="34" charset="-120"/>
              </a:rPr>
              <a:t>Epanechnikov:</a:t>
            </a:r>
            <a:endParaRPr lang="en-US" sz="2400" dirty="0"/>
          </a:p>
          <a:p>
            <a:pPr marL="0" indent="0">
              <a:buNone/>
            </a:pPr>
            <a:r>
              <a:rPr lang="en-US" sz="2400" dirty="0">
                <a:solidFill>
                  <a:srgbClr val="0F172A"/>
                </a:solidFill>
                <a:latin typeface="Courier New" pitchFamily="34" charset="0"/>
                <a:ea typeface="Courier New" pitchFamily="34" charset="-122"/>
                <a:cs typeface="Courier New" pitchFamily="34" charset="-120"/>
              </a:rPr>
              <a:t>K(u) = 0.75 × (1 − u²), |u| ≤ 1</a:t>
            </a:r>
            <a:endParaRPr lang="en-US" sz="2400" dirty="0"/>
          </a:p>
          <a:p>
            <a:pPr marL="0" indent="0">
              <a:buNone/>
            </a:pPr>
            <a:r>
              <a:rPr lang="en-US" sz="2400" dirty="0">
                <a:solidFill>
                  <a:srgbClr val="0F172A"/>
                </a:solidFill>
                <a:latin typeface="Courier New" pitchFamily="34" charset="0"/>
                <a:ea typeface="Courier New" pitchFamily="34" charset="-122"/>
                <a:cs typeface="Courier New" pitchFamily="34" charset="-120"/>
              </a:rPr>
              <a:t>K(u) = 0 otherwise</a:t>
            </a:r>
            <a:endParaRPr lang="en-US" sz="2400" dirty="0"/>
          </a:p>
        </p:txBody>
      </p:sp>
      <p:sp>
        <p:nvSpPr>
          <p:cNvPr id="6" name="Text 4"/>
          <p:cNvSpPr/>
          <p:nvPr/>
        </p:nvSpPr>
        <p:spPr>
          <a:xfrm>
            <a:off x="594361" y="3442716"/>
            <a:ext cx="5796712" cy="768096"/>
          </a:xfrm>
          <a:prstGeom prst="rect">
            <a:avLst/>
          </a:prstGeom>
          <a:solidFill>
            <a:srgbClr val="F1F5F9"/>
          </a:solidFill>
          <a:ln w="10160">
            <a:solidFill>
              <a:srgbClr val="CBD5E1"/>
            </a:solidFill>
          </a:ln>
        </p:spPr>
        <p:txBody>
          <a:bodyPr wrap="square" lIns="1524" tIns="1524" rIns="1524" bIns="1524" rtlCol="0" anchor="ctr">
            <a:noAutofit/>
          </a:bodyPr>
          <a:lstStyle/>
          <a:p>
            <a:pPr marL="0" indent="0">
              <a:buNone/>
            </a:pPr>
            <a:r>
              <a:rPr lang="en-US" sz="2600" dirty="0">
                <a:solidFill>
                  <a:srgbClr val="0F172A"/>
                </a:solidFill>
                <a:latin typeface="Courier New" pitchFamily="34" charset="0"/>
                <a:ea typeface="Courier New" pitchFamily="34" charset="-122"/>
                <a:cs typeface="Courier New" pitchFamily="34" charset="-120"/>
              </a:rPr>
              <a:t>Gaussian:</a:t>
            </a:r>
            <a:endParaRPr lang="en-US" sz="2600" dirty="0"/>
          </a:p>
          <a:p>
            <a:pPr marL="0" indent="0">
              <a:buNone/>
            </a:pPr>
            <a:r>
              <a:rPr lang="en-US" sz="2600" dirty="0">
                <a:solidFill>
                  <a:srgbClr val="0F172A"/>
                </a:solidFill>
                <a:latin typeface="Courier New" pitchFamily="34" charset="0"/>
                <a:ea typeface="Courier New" pitchFamily="34" charset="-122"/>
                <a:cs typeface="Courier New" pitchFamily="34" charset="-120"/>
              </a:rPr>
              <a:t>K(u) = exp(−u² / 2) / √(2π)</a:t>
            </a:r>
            <a:endParaRPr lang="en-US" sz="2600" dirty="0"/>
          </a:p>
        </p:txBody>
      </p:sp>
      <p:sp>
        <p:nvSpPr>
          <p:cNvPr id="7" name="Text 5"/>
          <p:cNvSpPr/>
          <p:nvPr/>
        </p:nvSpPr>
        <p:spPr>
          <a:xfrm>
            <a:off x="6720840" y="1481328"/>
            <a:ext cx="3291840" cy="320040"/>
          </a:xfrm>
          <a:prstGeom prst="rect">
            <a:avLst/>
          </a:prstGeom>
          <a:noFill/>
          <a:ln/>
        </p:spPr>
        <p:txBody>
          <a:bodyPr wrap="square" lIns="635" tIns="635" rIns="635" bIns="635" rtlCol="0" anchor="t">
            <a:noAutofit/>
          </a:bodyPr>
          <a:lstStyle/>
          <a:p>
            <a:pPr marL="0" indent="0" algn="l">
              <a:buNone/>
            </a:pPr>
            <a:r>
              <a:rPr lang="en-US" sz="2800" b="1" dirty="0">
                <a:solidFill>
                  <a:srgbClr val="17324D"/>
                </a:solidFill>
                <a:latin typeface="Aptos" pitchFamily="34" charset="0"/>
                <a:ea typeface="Aptos" pitchFamily="34" charset="-122"/>
                <a:cs typeface="Aptos" pitchFamily="34" charset="-120"/>
              </a:rPr>
              <a:t>Practical meaning:</a:t>
            </a:r>
            <a:endParaRPr lang="en-US" sz="2800" dirty="0"/>
          </a:p>
        </p:txBody>
      </p:sp>
      <p:sp>
        <p:nvSpPr>
          <p:cNvPr id="8" name="Text 6"/>
          <p:cNvSpPr/>
          <p:nvPr/>
        </p:nvSpPr>
        <p:spPr>
          <a:xfrm>
            <a:off x="6720840" y="2060902"/>
            <a:ext cx="4846320" cy="1163428"/>
          </a:xfrm>
          <a:prstGeom prst="rect">
            <a:avLst/>
          </a:prstGeom>
          <a:noFill/>
          <a:ln/>
        </p:spPr>
        <p:txBody>
          <a:bodyPr wrap="square" lIns="635" tIns="635" rIns="635" bIns="635" rtlCol="0" anchor="t">
            <a:noAutofit/>
          </a:bodyPr>
          <a:lstStyle/>
          <a:p>
            <a:pPr marL="0" indent="0" algn="l">
              <a:buNone/>
            </a:pPr>
            <a:r>
              <a:rPr lang="en-US" sz="2400" dirty="0">
                <a:solidFill>
                  <a:srgbClr val="1E293B"/>
                </a:solidFill>
                <a:latin typeface="Aptos" pitchFamily="34" charset="0"/>
                <a:ea typeface="Aptos" pitchFamily="34" charset="-122"/>
                <a:cs typeface="Aptos" pitchFamily="34" charset="-120"/>
              </a:rPr>
              <a:t>Epanechnikov has finite support: outside the bandwidth window, the observation contributes nothing.</a:t>
            </a:r>
            <a:endParaRPr lang="en-US" sz="2400" dirty="0"/>
          </a:p>
          <a:p>
            <a:pPr marL="0" indent="0" algn="l">
              <a:buNone/>
            </a:pPr>
            <a:endParaRPr lang="en-US" sz="2400" dirty="0"/>
          </a:p>
        </p:txBody>
      </p:sp>
      <p:sp>
        <p:nvSpPr>
          <p:cNvPr id="9" name="Text 7"/>
          <p:cNvSpPr/>
          <p:nvPr/>
        </p:nvSpPr>
        <p:spPr>
          <a:xfrm>
            <a:off x="1285510" y="5187306"/>
            <a:ext cx="9681940" cy="621792"/>
          </a:xfrm>
          <a:prstGeom prst="rect">
            <a:avLst/>
          </a:prstGeom>
          <a:solidFill>
            <a:srgbClr val="EFF6FF"/>
          </a:solidFill>
          <a:ln w="15240">
            <a:solidFill>
              <a:srgbClr val="1C7C7D"/>
            </a:solidFill>
          </a:ln>
        </p:spPr>
        <p:txBody>
          <a:bodyPr wrap="square" lIns="1778" tIns="1778" rIns="1778" bIns="1778" rtlCol="0" anchor="ctr">
            <a:noAutofit/>
          </a:bodyPr>
          <a:lstStyle/>
          <a:p>
            <a:pPr marL="0" indent="0" algn="ctr">
              <a:buNone/>
            </a:pPr>
            <a:r>
              <a:rPr lang="en-US" sz="2800" dirty="0">
                <a:solidFill>
                  <a:srgbClr val="1E293B"/>
                </a:solidFill>
                <a:latin typeface="Aptos" pitchFamily="34" charset="0"/>
                <a:ea typeface="Aptos" pitchFamily="34" charset="-122"/>
                <a:cs typeface="Aptos" pitchFamily="34" charset="-120"/>
              </a:rPr>
              <a:t>Kernel choice is a method decision, not graph decoration.</a:t>
            </a:r>
            <a:endParaRPr lang="en-US" sz="2800" dirty="0"/>
          </a:p>
        </p:txBody>
      </p:sp>
      <p:sp>
        <p:nvSpPr>
          <p:cNvPr id="10" name="Shape 8"/>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1" name="Text 9"/>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Curvigrams and sensitivity analysis</a:t>
            </a:r>
            <a:endParaRPr lang="en-US" sz="750" dirty="0"/>
          </a:p>
        </p:txBody>
      </p:sp>
      <p:sp>
        <p:nvSpPr>
          <p:cNvPr id="12" name="TextBox 11"/>
          <p:cNvSpPr txBox="1"/>
          <p:nvPr/>
        </p:nvSpPr>
        <p:spPr>
          <a:xfrm>
            <a:off x="11064240" y="6556248"/>
            <a:ext cx="502920" cy="182880"/>
          </a:xfrm>
          <a:prstGeom prst="rect">
            <a:avLst/>
          </a:prstGeom>
          <a:noFill/>
        </p:spPr>
        <p:txBody>
          <a:bodyPr wrap="none">
            <a:spAutoFit/>
          </a:bodyPr>
          <a:lstStyle/>
          <a:p>
            <a:pPr algn="r"/>
            <a:fld id="{A679C6F4-4040-4BF6-A413-2B6D3FF2C3E9}" type="slidenum">
              <a:rPr lang="en-US" sz="700">
                <a:solidFill>
                  <a:srgbClr val="6E7B86"/>
                </a:solidFill>
              </a:rPr>
              <a:t>27</a:t>
            </a:fld>
            <a:endParaRPr lang="en-US" sz="700">
              <a:solidFill>
                <a:srgbClr val="6E7B86"/>
              </a:solidFill>
            </a:endParaRPr>
          </a:p>
        </p:txBody>
      </p:sp>
      <p:sp>
        <p:nvSpPr>
          <p:cNvPr id="13" name="TextBox 12">
            <a:extLst>
              <a:ext uri="{FF2B5EF4-FFF2-40B4-BE49-F238E27FC236}">
                <a16:creationId xmlns:a16="http://schemas.microsoft.com/office/drawing/2014/main" id="{E3C217D7-2115-11ED-FEF2-A611C139B7CE}"/>
              </a:ext>
            </a:extLst>
          </p:cNvPr>
          <p:cNvSpPr txBox="1"/>
          <p:nvPr/>
        </p:nvSpPr>
        <p:spPr>
          <a:xfrm>
            <a:off x="6720840" y="3312980"/>
            <a:ext cx="3923165" cy="1200329"/>
          </a:xfrm>
          <a:prstGeom prst="rect">
            <a:avLst/>
          </a:prstGeom>
          <a:noFill/>
        </p:spPr>
        <p:txBody>
          <a:bodyPr wrap="square" rtlCol="0">
            <a:spAutoFit/>
          </a:bodyPr>
          <a:lstStyle/>
          <a:p>
            <a:r>
              <a:rPr lang="en-US" sz="2400" dirty="0">
                <a:solidFill>
                  <a:srgbClr val="1E293B"/>
                </a:solidFill>
                <a:latin typeface="Aptos" pitchFamily="34" charset="0"/>
                <a:ea typeface="Aptos" pitchFamily="34" charset="-122"/>
                <a:cs typeface="Aptos" pitchFamily="34" charset="-120"/>
              </a:rPr>
              <a:t>Gaussian has tails: contribution fades but never becomes exactly zero.</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SMOOTHING PARAMETER</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Bandwidth: where uncertainty enters the curve</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2535676" y="1645920"/>
            <a:ext cx="7120648" cy="603504"/>
          </a:xfrm>
          <a:prstGeom prst="rect">
            <a:avLst/>
          </a:prstGeom>
          <a:solidFill>
            <a:srgbClr val="F1F5F9"/>
          </a:solidFill>
          <a:ln w="10160">
            <a:solidFill>
              <a:srgbClr val="CBD5E1"/>
            </a:solidFill>
          </a:ln>
        </p:spPr>
        <p:txBody>
          <a:bodyPr wrap="square" lIns="1524" tIns="1524" rIns="1524" bIns="1524" rtlCol="0" anchor="ctr">
            <a:noAutofit/>
          </a:bodyPr>
          <a:lstStyle/>
          <a:p>
            <a:pPr marL="0" indent="0">
              <a:buNone/>
            </a:pPr>
            <a:r>
              <a:rPr lang="en-US" sz="2800" dirty="0">
                <a:solidFill>
                  <a:srgbClr val="0F172A"/>
                </a:solidFill>
                <a:latin typeface="Courier New" pitchFamily="34" charset="0"/>
                <a:ea typeface="Courier New" pitchFamily="34" charset="-122"/>
                <a:cs typeface="Courier New" pitchFamily="34" charset="-120"/>
              </a:rPr>
              <a:t>h_i = multiplier × uncertainty_i</a:t>
            </a:r>
            <a:endParaRPr lang="en-US" sz="2800" dirty="0"/>
          </a:p>
        </p:txBody>
      </p:sp>
      <p:sp>
        <p:nvSpPr>
          <p:cNvPr id="6" name="Text 4"/>
          <p:cNvSpPr/>
          <p:nvPr/>
        </p:nvSpPr>
        <p:spPr>
          <a:xfrm>
            <a:off x="1295400" y="2834640"/>
            <a:ext cx="2286000" cy="329184"/>
          </a:xfrm>
          <a:prstGeom prst="rect">
            <a:avLst/>
          </a:prstGeom>
          <a:noFill/>
          <a:ln/>
        </p:spPr>
        <p:txBody>
          <a:bodyPr wrap="square" lIns="0" tIns="0" rIns="0" bIns="0" rtlCol="0" anchor="ctr"/>
          <a:lstStyle/>
          <a:p>
            <a:pPr marL="0" indent="0" algn="ctr">
              <a:buNone/>
            </a:pPr>
            <a:r>
              <a:rPr lang="en-US" sz="2800" b="1" dirty="0">
                <a:solidFill>
                  <a:srgbClr val="1F4E79"/>
                </a:solidFill>
              </a:rPr>
              <a:t>multiplier 1</a:t>
            </a:r>
            <a:endParaRPr lang="en-US" sz="2800" dirty="0"/>
          </a:p>
        </p:txBody>
      </p:sp>
      <p:sp>
        <p:nvSpPr>
          <p:cNvPr id="7" name="Text 5"/>
          <p:cNvSpPr/>
          <p:nvPr/>
        </p:nvSpPr>
        <p:spPr>
          <a:xfrm>
            <a:off x="1295400" y="3337560"/>
            <a:ext cx="2286000" cy="822960"/>
          </a:xfrm>
          <a:prstGeom prst="rect">
            <a:avLst/>
          </a:prstGeom>
          <a:solidFill>
            <a:srgbClr val="FFFFFF"/>
          </a:solidFill>
          <a:ln w="12700">
            <a:solidFill>
              <a:srgbClr val="CBD5E1"/>
            </a:solidFill>
          </a:ln>
        </p:spPr>
        <p:txBody>
          <a:bodyPr wrap="square" lIns="1016" tIns="1016" rIns="1016" bIns="1016" rtlCol="0" anchor="ctr"/>
          <a:lstStyle/>
          <a:p>
            <a:pPr marL="0" indent="0" algn="ctr">
              <a:buNone/>
            </a:pPr>
            <a:r>
              <a:rPr lang="en-US" sz="2600" dirty="0">
                <a:solidFill>
                  <a:srgbClr val="1E293B"/>
                </a:solidFill>
              </a:rPr>
              <a:t>sharper</a:t>
            </a:r>
            <a:endParaRPr lang="en-US" sz="2600" dirty="0"/>
          </a:p>
          <a:p>
            <a:pPr marL="0" indent="0" algn="ctr">
              <a:buNone/>
            </a:pPr>
            <a:r>
              <a:rPr lang="en-US" sz="2600" dirty="0">
                <a:solidFill>
                  <a:srgbClr val="1E293B"/>
                </a:solidFill>
              </a:rPr>
              <a:t>more detail</a:t>
            </a:r>
            <a:endParaRPr lang="en-US" sz="2600" dirty="0"/>
          </a:p>
        </p:txBody>
      </p:sp>
      <p:sp>
        <p:nvSpPr>
          <p:cNvPr id="8" name="Text 6"/>
          <p:cNvSpPr/>
          <p:nvPr/>
        </p:nvSpPr>
        <p:spPr>
          <a:xfrm>
            <a:off x="4953000" y="2834640"/>
            <a:ext cx="2286000" cy="329184"/>
          </a:xfrm>
          <a:prstGeom prst="rect">
            <a:avLst/>
          </a:prstGeom>
          <a:noFill/>
          <a:ln/>
        </p:spPr>
        <p:txBody>
          <a:bodyPr wrap="square" lIns="0" tIns="0" rIns="0" bIns="0" rtlCol="0" anchor="ctr"/>
          <a:lstStyle/>
          <a:p>
            <a:pPr marL="0" indent="0" algn="ctr">
              <a:buNone/>
            </a:pPr>
            <a:r>
              <a:rPr lang="en-US" sz="2800" b="1" dirty="0">
                <a:solidFill>
                  <a:srgbClr val="1C7C7D"/>
                </a:solidFill>
              </a:rPr>
              <a:t>multiplier 2</a:t>
            </a:r>
            <a:endParaRPr lang="en-US" sz="2800" dirty="0"/>
          </a:p>
        </p:txBody>
      </p:sp>
      <p:sp>
        <p:nvSpPr>
          <p:cNvPr id="9" name="Text 7"/>
          <p:cNvSpPr/>
          <p:nvPr/>
        </p:nvSpPr>
        <p:spPr>
          <a:xfrm>
            <a:off x="4953000" y="3337560"/>
            <a:ext cx="2286000" cy="822960"/>
          </a:xfrm>
          <a:prstGeom prst="rect">
            <a:avLst/>
          </a:prstGeom>
          <a:solidFill>
            <a:srgbClr val="E6FFFB"/>
          </a:solidFill>
          <a:ln w="12700">
            <a:solidFill>
              <a:srgbClr val="1C7C7D"/>
            </a:solidFill>
          </a:ln>
        </p:spPr>
        <p:txBody>
          <a:bodyPr wrap="square" lIns="1016" tIns="1016" rIns="1016" bIns="1016" rtlCol="0" anchor="ctr"/>
          <a:lstStyle/>
          <a:p>
            <a:pPr marL="0" indent="0" algn="ctr">
              <a:buNone/>
            </a:pPr>
            <a:r>
              <a:rPr lang="en-US" sz="2600" dirty="0">
                <a:solidFill>
                  <a:srgbClr val="1E293B"/>
                </a:solidFill>
              </a:rPr>
              <a:t>baseline</a:t>
            </a:r>
            <a:endParaRPr lang="en-US" sz="2600" dirty="0"/>
          </a:p>
          <a:p>
            <a:pPr marL="0" indent="0" algn="ctr">
              <a:buNone/>
            </a:pPr>
            <a:r>
              <a:rPr lang="en-US" sz="2600" dirty="0">
                <a:solidFill>
                  <a:srgbClr val="1E293B"/>
                </a:solidFill>
              </a:rPr>
              <a:t>teaching setting</a:t>
            </a:r>
            <a:endParaRPr lang="en-US" sz="2600" dirty="0"/>
          </a:p>
        </p:txBody>
      </p:sp>
      <p:sp>
        <p:nvSpPr>
          <p:cNvPr id="10" name="Text 8"/>
          <p:cNvSpPr/>
          <p:nvPr/>
        </p:nvSpPr>
        <p:spPr>
          <a:xfrm>
            <a:off x="8610600" y="2834640"/>
            <a:ext cx="2286000" cy="329184"/>
          </a:xfrm>
          <a:prstGeom prst="rect">
            <a:avLst/>
          </a:prstGeom>
          <a:noFill/>
          <a:ln/>
        </p:spPr>
        <p:txBody>
          <a:bodyPr wrap="square" lIns="0" tIns="0" rIns="0" bIns="0" rtlCol="0" anchor="ctr"/>
          <a:lstStyle/>
          <a:p>
            <a:pPr marL="0" indent="0" algn="ctr">
              <a:buNone/>
            </a:pPr>
            <a:r>
              <a:rPr lang="en-US" sz="2800" b="1" dirty="0">
                <a:solidFill>
                  <a:srgbClr val="1F4E79"/>
                </a:solidFill>
              </a:rPr>
              <a:t>multiplier 3</a:t>
            </a:r>
            <a:endParaRPr lang="en-US" sz="2800" dirty="0"/>
          </a:p>
        </p:txBody>
      </p:sp>
      <p:sp>
        <p:nvSpPr>
          <p:cNvPr id="11" name="Text 9"/>
          <p:cNvSpPr/>
          <p:nvPr/>
        </p:nvSpPr>
        <p:spPr>
          <a:xfrm>
            <a:off x="8610600" y="3337560"/>
            <a:ext cx="2286000" cy="822960"/>
          </a:xfrm>
          <a:prstGeom prst="rect">
            <a:avLst/>
          </a:prstGeom>
          <a:solidFill>
            <a:srgbClr val="FFFFFF"/>
          </a:solidFill>
          <a:ln w="12700">
            <a:solidFill>
              <a:srgbClr val="CBD5E1"/>
            </a:solidFill>
          </a:ln>
        </p:spPr>
        <p:txBody>
          <a:bodyPr wrap="square" lIns="1016" tIns="1016" rIns="1016" bIns="1016" rtlCol="0" anchor="ctr"/>
          <a:lstStyle/>
          <a:p>
            <a:pPr marL="0" indent="0" algn="ctr">
              <a:buNone/>
            </a:pPr>
            <a:r>
              <a:rPr lang="en-US" sz="2600" dirty="0">
                <a:solidFill>
                  <a:srgbClr val="1E293B"/>
                </a:solidFill>
              </a:rPr>
              <a:t>smoother</a:t>
            </a:r>
            <a:endParaRPr lang="en-US" sz="2600" dirty="0"/>
          </a:p>
          <a:p>
            <a:pPr marL="0" indent="0" algn="ctr">
              <a:buNone/>
            </a:pPr>
            <a:r>
              <a:rPr lang="en-US" sz="2600" dirty="0">
                <a:solidFill>
                  <a:srgbClr val="1E293B"/>
                </a:solidFill>
              </a:rPr>
              <a:t>less detail</a:t>
            </a:r>
            <a:endParaRPr lang="en-US" sz="2600" dirty="0"/>
          </a:p>
        </p:txBody>
      </p:sp>
      <p:sp>
        <p:nvSpPr>
          <p:cNvPr id="12" name="Text 10"/>
          <p:cNvSpPr/>
          <p:nvPr/>
        </p:nvSpPr>
        <p:spPr>
          <a:xfrm>
            <a:off x="1066800" y="4880172"/>
            <a:ext cx="10058400" cy="904089"/>
          </a:xfrm>
          <a:prstGeom prst="rect">
            <a:avLst/>
          </a:prstGeom>
          <a:solidFill>
            <a:srgbClr val="FFF8E8"/>
          </a:solidFill>
          <a:ln w="15240">
            <a:solidFill>
              <a:srgbClr val="D99A2B"/>
            </a:solidFill>
          </a:ln>
        </p:spPr>
        <p:txBody>
          <a:bodyPr wrap="square" lIns="1778" tIns="1778" rIns="1778" bIns="1778" rtlCol="0" anchor="ctr">
            <a:normAutofit/>
          </a:bodyPr>
          <a:lstStyle/>
          <a:p>
            <a:pPr marL="0" indent="0" algn="ctr">
              <a:buNone/>
            </a:pPr>
            <a:r>
              <a:rPr lang="en-US" sz="2800" dirty="0">
                <a:solidFill>
                  <a:srgbClr val="1E293B"/>
                </a:solidFill>
                <a:latin typeface="Aptos" pitchFamily="34" charset="0"/>
                <a:ea typeface="Aptos" pitchFamily="34" charset="-122"/>
                <a:cs typeface="Aptos" pitchFamily="34" charset="-120"/>
              </a:rPr>
              <a:t>Multiplier 2 is a baseline for sensitivity analysis, not a universal optimum.</a:t>
            </a:r>
            <a:endParaRPr lang="en-US" sz="2800" dirty="0"/>
          </a:p>
        </p:txBody>
      </p:sp>
      <p:sp>
        <p:nvSpPr>
          <p:cNvPr id="13" name="Shape 11"/>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4" name="Text 12"/>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Curvigrams and sensitivity analysis</a:t>
            </a:r>
            <a:endParaRPr lang="en-US" sz="750" dirty="0"/>
          </a:p>
        </p:txBody>
      </p:sp>
      <p:sp>
        <p:nvSpPr>
          <p:cNvPr id="15" name="TextBox 14"/>
          <p:cNvSpPr txBox="1"/>
          <p:nvPr/>
        </p:nvSpPr>
        <p:spPr>
          <a:xfrm>
            <a:off x="11064240" y="6556248"/>
            <a:ext cx="502920" cy="182880"/>
          </a:xfrm>
          <a:prstGeom prst="rect">
            <a:avLst/>
          </a:prstGeom>
          <a:noFill/>
        </p:spPr>
        <p:txBody>
          <a:bodyPr wrap="none">
            <a:spAutoFit/>
          </a:bodyPr>
          <a:lstStyle/>
          <a:p>
            <a:pPr algn="r"/>
            <a:fld id="{0F0B5D20-0F2E-479F-9691-5677C009621D}" type="slidenum">
              <a:rPr lang="en-US" sz="700">
                <a:solidFill>
                  <a:srgbClr val="6E7B86"/>
                </a:solidFill>
              </a:rPr>
              <a:t>28</a:t>
            </a:fld>
            <a:endParaRPr lang="en-US" sz="700">
              <a:solidFill>
                <a:srgbClr val="6E7B86"/>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WHAT THE Y-AXIS MEANS</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Vertical scale: area-normalised density</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822960" y="1417319"/>
            <a:ext cx="10698480" cy="960117"/>
          </a:xfrm>
          <a:prstGeom prst="rect">
            <a:avLst/>
          </a:prstGeom>
          <a:noFill/>
          <a:ln/>
        </p:spPr>
        <p:txBody>
          <a:bodyPr wrap="square" lIns="635" tIns="635" rIns="635" bIns="635" rtlCol="0" anchor="t">
            <a:noAutofit/>
          </a:bodyPr>
          <a:lstStyle/>
          <a:p>
            <a:pPr marL="0" indent="0" algn="l">
              <a:buNone/>
            </a:pPr>
            <a:r>
              <a:rPr lang="en-US" sz="2800" dirty="0">
                <a:solidFill>
                  <a:srgbClr val="17324D"/>
                </a:solidFill>
                <a:latin typeface="Aptos" pitchFamily="34" charset="0"/>
                <a:ea typeface="Aptos" pitchFamily="34" charset="-122"/>
                <a:cs typeface="Aptos" pitchFamily="34" charset="-120"/>
              </a:rPr>
              <a:t>After summing all kernel contributions, we divide by the numerical area under the displayed curve.</a:t>
            </a:r>
            <a:endParaRPr lang="en-US" sz="2800" dirty="0"/>
          </a:p>
        </p:txBody>
      </p:sp>
      <p:sp>
        <p:nvSpPr>
          <p:cNvPr id="6" name="Text 4"/>
          <p:cNvSpPr/>
          <p:nvPr/>
        </p:nvSpPr>
        <p:spPr>
          <a:xfrm>
            <a:off x="914400" y="2802639"/>
            <a:ext cx="4754880" cy="841248"/>
          </a:xfrm>
          <a:prstGeom prst="rect">
            <a:avLst/>
          </a:prstGeom>
          <a:solidFill>
            <a:srgbClr val="F1F5F9"/>
          </a:solidFill>
          <a:ln w="10160">
            <a:solidFill>
              <a:srgbClr val="CBD5E1"/>
            </a:solidFill>
          </a:ln>
        </p:spPr>
        <p:txBody>
          <a:bodyPr wrap="square" lIns="1524" tIns="1524" rIns="1524" bIns="1524" rtlCol="0" anchor="ctr">
            <a:noAutofit/>
          </a:bodyPr>
          <a:lstStyle/>
          <a:p>
            <a:pPr marL="180000" indent="0">
              <a:buNone/>
            </a:pPr>
            <a:r>
              <a:rPr lang="en-US" sz="2800" dirty="0">
                <a:solidFill>
                  <a:srgbClr val="0F172A"/>
                </a:solidFill>
                <a:latin typeface="Courier New" pitchFamily="34" charset="0"/>
                <a:ea typeface="Courier New" pitchFamily="34" charset="-122"/>
                <a:cs typeface="Courier New" pitchFamily="34" charset="-120"/>
              </a:rPr>
              <a:t>area = ∫ S(x) dx</a:t>
            </a:r>
            <a:endParaRPr lang="en-US" sz="2800" dirty="0"/>
          </a:p>
          <a:p>
            <a:pPr marL="180000" indent="0">
              <a:buNone/>
            </a:pPr>
            <a:r>
              <a:rPr lang="en-US" sz="2800" dirty="0">
                <a:solidFill>
                  <a:srgbClr val="0F172A"/>
                </a:solidFill>
                <a:latin typeface="Courier New" pitchFamily="34" charset="0"/>
                <a:ea typeface="Courier New" pitchFamily="34" charset="-122"/>
                <a:cs typeface="Courier New" pitchFamily="34" charset="-120"/>
              </a:rPr>
              <a:t>f(x) = S(x) / area</a:t>
            </a:r>
            <a:endParaRPr lang="en-US" sz="2800" dirty="0"/>
          </a:p>
        </p:txBody>
      </p:sp>
      <p:sp>
        <p:nvSpPr>
          <p:cNvPr id="7" name="Text 5"/>
          <p:cNvSpPr/>
          <p:nvPr/>
        </p:nvSpPr>
        <p:spPr>
          <a:xfrm>
            <a:off x="6400800" y="2776469"/>
            <a:ext cx="4389120" cy="867418"/>
          </a:xfrm>
          <a:prstGeom prst="rect">
            <a:avLst/>
          </a:prstGeom>
          <a:solidFill>
            <a:srgbClr val="E6FFFB"/>
          </a:solidFill>
          <a:ln w="15240">
            <a:solidFill>
              <a:srgbClr val="1C7C7D"/>
            </a:solidFill>
          </a:ln>
        </p:spPr>
        <p:txBody>
          <a:bodyPr wrap="square" lIns="1778" tIns="1778" rIns="1778" bIns="1778" rtlCol="0" anchor="ctr">
            <a:noAutofit/>
          </a:bodyPr>
          <a:lstStyle/>
          <a:p>
            <a:pPr marL="180000" indent="0">
              <a:buNone/>
            </a:pPr>
            <a:r>
              <a:rPr lang="en-US" sz="2800" dirty="0">
                <a:solidFill>
                  <a:srgbClr val="1E293B"/>
                </a:solidFill>
                <a:latin typeface="Aptos" pitchFamily="34" charset="0"/>
                <a:ea typeface="Aptos" pitchFamily="34" charset="-122"/>
                <a:cs typeface="Aptos" pitchFamily="34" charset="-120"/>
              </a:rPr>
              <a:t>Result: the displayed curve has total area = 1.</a:t>
            </a:r>
            <a:endParaRPr lang="en-US" sz="2800" dirty="0"/>
          </a:p>
        </p:txBody>
      </p:sp>
      <p:sp>
        <p:nvSpPr>
          <p:cNvPr id="8" name="Text 6"/>
          <p:cNvSpPr/>
          <p:nvPr/>
        </p:nvSpPr>
        <p:spPr>
          <a:xfrm>
            <a:off x="914400" y="4408672"/>
            <a:ext cx="9875520" cy="1024131"/>
          </a:xfrm>
          <a:prstGeom prst="rect">
            <a:avLst/>
          </a:prstGeom>
          <a:noFill/>
          <a:ln/>
        </p:spPr>
        <p:txBody>
          <a:bodyPr wrap="square" lIns="635" tIns="635" rIns="635" bIns="635" rtlCol="0" anchor="t">
            <a:noAutofit/>
          </a:bodyPr>
          <a:lstStyle/>
          <a:p>
            <a:pPr marL="0" indent="0" algn="ctr">
              <a:buNone/>
            </a:pPr>
            <a:r>
              <a:rPr lang="en-US" sz="2800" dirty="0">
                <a:solidFill>
                  <a:srgbClr val="1E293B"/>
                </a:solidFill>
                <a:latin typeface="Aptos" pitchFamily="34" charset="0"/>
                <a:ea typeface="Aptos" pitchFamily="34" charset="-122"/>
                <a:cs typeface="Aptos" pitchFamily="34" charset="-120"/>
              </a:rPr>
              <a:t>This makes curves easier to compare across specifications </a:t>
            </a:r>
            <a:br>
              <a:rPr lang="en-US" sz="2800" dirty="0">
                <a:solidFill>
                  <a:srgbClr val="1E293B"/>
                </a:solidFill>
                <a:latin typeface="Aptos" pitchFamily="34" charset="0"/>
                <a:ea typeface="Aptos" pitchFamily="34" charset="-122"/>
                <a:cs typeface="Aptos" pitchFamily="34" charset="-120"/>
              </a:rPr>
            </a:br>
            <a:r>
              <a:rPr lang="en-US" sz="2800" dirty="0">
                <a:solidFill>
                  <a:srgbClr val="1E293B"/>
                </a:solidFill>
                <a:latin typeface="Aptos" pitchFamily="34" charset="0"/>
                <a:ea typeface="Aptos" pitchFamily="34" charset="-122"/>
                <a:cs typeface="Aptos" pitchFamily="34" charset="-120"/>
              </a:rPr>
              <a:t>and datasets of different sizes.</a:t>
            </a:r>
            <a:endParaRPr lang="en-US" sz="2800" dirty="0"/>
          </a:p>
        </p:txBody>
      </p:sp>
      <p:sp>
        <p:nvSpPr>
          <p:cNvPr id="9" name="Shape 7"/>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0" name="Text 8"/>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Curvigrams and sensitivity analysis</a:t>
            </a:r>
            <a:endParaRPr lang="en-US" sz="750" dirty="0"/>
          </a:p>
        </p:txBody>
      </p:sp>
      <p:sp>
        <p:nvSpPr>
          <p:cNvPr id="11" name="TextBox 10"/>
          <p:cNvSpPr txBox="1"/>
          <p:nvPr/>
        </p:nvSpPr>
        <p:spPr>
          <a:xfrm>
            <a:off x="11064240" y="6556248"/>
            <a:ext cx="502920" cy="182880"/>
          </a:xfrm>
          <a:prstGeom prst="rect">
            <a:avLst/>
          </a:prstGeom>
          <a:noFill/>
        </p:spPr>
        <p:txBody>
          <a:bodyPr wrap="none">
            <a:spAutoFit/>
          </a:bodyPr>
          <a:lstStyle/>
          <a:p>
            <a:pPr algn="r"/>
            <a:fld id="{C613BA6B-87AD-4092-8694-3E26F07CA993}" type="slidenum">
              <a:rPr lang="en-US" sz="700">
                <a:solidFill>
                  <a:srgbClr val="6E7B86"/>
                </a:solidFill>
              </a:rPr>
              <a:t>29</a:t>
            </a:fld>
            <a:endParaRPr lang="en-US" sz="700">
              <a:solidFill>
                <a:srgbClr val="6E7B86"/>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CURVIGRAM EXERCISE</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Dataset 2: frozen baseline specification</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3383280" y="1431035"/>
            <a:ext cx="2194560" cy="320040"/>
          </a:xfrm>
          <a:prstGeom prst="rect">
            <a:avLst/>
          </a:prstGeom>
          <a:noFill/>
          <a:ln/>
        </p:spPr>
        <p:txBody>
          <a:bodyPr wrap="square" lIns="0" tIns="0" rIns="0" bIns="0" rtlCol="0" anchor="ctr"/>
          <a:lstStyle/>
          <a:p>
            <a:pPr marL="0" indent="0">
              <a:buNone/>
            </a:pPr>
            <a:r>
              <a:rPr lang="en-US" sz="2400" dirty="0">
                <a:solidFill>
                  <a:srgbClr val="64748B"/>
                </a:solidFill>
              </a:rPr>
              <a:t>Variable</a:t>
            </a:r>
            <a:endParaRPr lang="en-US" sz="2400" dirty="0"/>
          </a:p>
        </p:txBody>
      </p:sp>
      <p:sp>
        <p:nvSpPr>
          <p:cNvPr id="6" name="Text 4"/>
          <p:cNvSpPr/>
          <p:nvPr/>
        </p:nvSpPr>
        <p:spPr>
          <a:xfrm>
            <a:off x="5715000" y="1394459"/>
            <a:ext cx="6400800" cy="402336"/>
          </a:xfrm>
          <a:prstGeom prst="rect">
            <a:avLst/>
          </a:prstGeom>
          <a:noFill/>
          <a:ln/>
        </p:spPr>
        <p:txBody>
          <a:bodyPr wrap="square" lIns="508" tIns="508" rIns="508" bIns="508" rtlCol="0" anchor="ctr"/>
          <a:lstStyle/>
          <a:p>
            <a:pPr marL="0" indent="0">
              <a:buNone/>
            </a:pPr>
            <a:r>
              <a:rPr lang="en-US" sz="2400" b="1" dirty="0">
                <a:solidFill>
                  <a:srgbClr val="17324D"/>
                </a:solidFill>
              </a:rPr>
              <a:t>declination_deg</a:t>
            </a:r>
            <a:endParaRPr lang="en-US" sz="2400" dirty="0"/>
          </a:p>
        </p:txBody>
      </p:sp>
      <p:sp>
        <p:nvSpPr>
          <p:cNvPr id="7" name="Text 5"/>
          <p:cNvSpPr/>
          <p:nvPr/>
        </p:nvSpPr>
        <p:spPr>
          <a:xfrm>
            <a:off x="3383280" y="2107691"/>
            <a:ext cx="2194560" cy="320040"/>
          </a:xfrm>
          <a:prstGeom prst="rect">
            <a:avLst/>
          </a:prstGeom>
          <a:noFill/>
          <a:ln/>
        </p:spPr>
        <p:txBody>
          <a:bodyPr wrap="square" lIns="0" tIns="0" rIns="0" bIns="0" rtlCol="0" anchor="ctr"/>
          <a:lstStyle/>
          <a:p>
            <a:pPr marL="0" indent="0">
              <a:buNone/>
            </a:pPr>
            <a:r>
              <a:rPr lang="en-US" sz="2400" dirty="0">
                <a:solidFill>
                  <a:srgbClr val="64748B"/>
                </a:solidFill>
              </a:rPr>
              <a:t>Geometry</a:t>
            </a:r>
            <a:endParaRPr lang="en-US" sz="2400" dirty="0"/>
          </a:p>
        </p:txBody>
      </p:sp>
      <p:sp>
        <p:nvSpPr>
          <p:cNvPr id="8" name="Text 6"/>
          <p:cNvSpPr/>
          <p:nvPr/>
        </p:nvSpPr>
        <p:spPr>
          <a:xfrm>
            <a:off x="5715000" y="2071115"/>
            <a:ext cx="6400800" cy="402336"/>
          </a:xfrm>
          <a:prstGeom prst="rect">
            <a:avLst/>
          </a:prstGeom>
          <a:noFill/>
          <a:ln/>
        </p:spPr>
        <p:txBody>
          <a:bodyPr wrap="square" lIns="508" tIns="508" rIns="508" bIns="508" rtlCol="0" anchor="ctr"/>
          <a:lstStyle/>
          <a:p>
            <a:pPr marL="0" indent="0">
              <a:buNone/>
            </a:pPr>
            <a:r>
              <a:rPr lang="en-US" sz="2400" b="1" dirty="0">
                <a:solidFill>
                  <a:srgbClr val="17324D"/>
                </a:solidFill>
              </a:rPr>
              <a:t>linear</a:t>
            </a:r>
            <a:endParaRPr lang="en-US" sz="2400" dirty="0"/>
          </a:p>
        </p:txBody>
      </p:sp>
      <p:sp>
        <p:nvSpPr>
          <p:cNvPr id="9" name="Text 7"/>
          <p:cNvSpPr/>
          <p:nvPr/>
        </p:nvSpPr>
        <p:spPr>
          <a:xfrm>
            <a:off x="3383280" y="2784347"/>
            <a:ext cx="2194560" cy="320040"/>
          </a:xfrm>
          <a:prstGeom prst="rect">
            <a:avLst/>
          </a:prstGeom>
          <a:noFill/>
          <a:ln/>
        </p:spPr>
        <p:txBody>
          <a:bodyPr wrap="square" lIns="0" tIns="0" rIns="0" bIns="0" rtlCol="0" anchor="ctr"/>
          <a:lstStyle/>
          <a:p>
            <a:pPr marL="0" indent="0">
              <a:buNone/>
            </a:pPr>
            <a:r>
              <a:rPr lang="en-US" sz="2400" dirty="0">
                <a:solidFill>
                  <a:srgbClr val="64748B"/>
                </a:solidFill>
              </a:rPr>
              <a:t>Kernel</a:t>
            </a:r>
            <a:endParaRPr lang="en-US" sz="2400" dirty="0"/>
          </a:p>
        </p:txBody>
      </p:sp>
      <p:sp>
        <p:nvSpPr>
          <p:cNvPr id="10" name="Text 8"/>
          <p:cNvSpPr/>
          <p:nvPr/>
        </p:nvSpPr>
        <p:spPr>
          <a:xfrm>
            <a:off x="5715000" y="2747771"/>
            <a:ext cx="6400800" cy="402336"/>
          </a:xfrm>
          <a:prstGeom prst="rect">
            <a:avLst/>
          </a:prstGeom>
          <a:noFill/>
          <a:ln/>
        </p:spPr>
        <p:txBody>
          <a:bodyPr wrap="square" lIns="508" tIns="508" rIns="508" bIns="508" rtlCol="0" anchor="ctr"/>
          <a:lstStyle/>
          <a:p>
            <a:pPr marL="0" indent="0">
              <a:buNone/>
            </a:pPr>
            <a:r>
              <a:rPr lang="en-US" sz="2400" b="1" dirty="0">
                <a:solidFill>
                  <a:srgbClr val="17324D"/>
                </a:solidFill>
              </a:rPr>
              <a:t>Epanechnikov</a:t>
            </a:r>
            <a:endParaRPr lang="en-US" sz="2400" dirty="0"/>
          </a:p>
        </p:txBody>
      </p:sp>
      <p:sp>
        <p:nvSpPr>
          <p:cNvPr id="11" name="Text 9"/>
          <p:cNvSpPr/>
          <p:nvPr/>
        </p:nvSpPr>
        <p:spPr>
          <a:xfrm>
            <a:off x="3383280" y="3461003"/>
            <a:ext cx="2194560" cy="320040"/>
          </a:xfrm>
          <a:prstGeom prst="rect">
            <a:avLst/>
          </a:prstGeom>
          <a:noFill/>
          <a:ln/>
        </p:spPr>
        <p:txBody>
          <a:bodyPr wrap="square" lIns="0" tIns="0" rIns="0" bIns="0" rtlCol="0" anchor="ctr"/>
          <a:lstStyle/>
          <a:p>
            <a:pPr marL="0" indent="0">
              <a:buNone/>
            </a:pPr>
            <a:r>
              <a:rPr lang="en-US" sz="2400" dirty="0">
                <a:solidFill>
                  <a:srgbClr val="64748B"/>
                </a:solidFill>
              </a:rPr>
              <a:t>Bandwidth</a:t>
            </a:r>
            <a:endParaRPr lang="en-US" sz="2400" dirty="0"/>
          </a:p>
        </p:txBody>
      </p:sp>
      <p:sp>
        <p:nvSpPr>
          <p:cNvPr id="12" name="Text 10"/>
          <p:cNvSpPr/>
          <p:nvPr/>
        </p:nvSpPr>
        <p:spPr>
          <a:xfrm>
            <a:off x="5715000" y="3424427"/>
            <a:ext cx="6400800" cy="402336"/>
          </a:xfrm>
          <a:prstGeom prst="rect">
            <a:avLst/>
          </a:prstGeom>
          <a:noFill/>
          <a:ln/>
        </p:spPr>
        <p:txBody>
          <a:bodyPr wrap="square" lIns="508" tIns="508" rIns="508" bIns="508" rtlCol="0" anchor="ctr"/>
          <a:lstStyle/>
          <a:p>
            <a:pPr marL="0" indent="0">
              <a:buNone/>
            </a:pPr>
            <a:r>
              <a:rPr lang="en-US" sz="2400" b="1" dirty="0">
                <a:solidFill>
                  <a:srgbClr val="17324D"/>
                </a:solidFill>
              </a:rPr>
              <a:t>2 × uncertainty_deg</a:t>
            </a:r>
            <a:endParaRPr lang="en-US" sz="2400" dirty="0"/>
          </a:p>
        </p:txBody>
      </p:sp>
      <p:sp>
        <p:nvSpPr>
          <p:cNvPr id="13" name="Text 11"/>
          <p:cNvSpPr/>
          <p:nvPr/>
        </p:nvSpPr>
        <p:spPr>
          <a:xfrm>
            <a:off x="3383280" y="4137659"/>
            <a:ext cx="2194560" cy="320040"/>
          </a:xfrm>
          <a:prstGeom prst="rect">
            <a:avLst/>
          </a:prstGeom>
          <a:noFill/>
          <a:ln/>
        </p:spPr>
        <p:txBody>
          <a:bodyPr wrap="square" lIns="0" tIns="0" rIns="0" bIns="0" rtlCol="0" anchor="ctr"/>
          <a:lstStyle/>
          <a:p>
            <a:pPr marL="0" indent="0">
              <a:buNone/>
            </a:pPr>
            <a:r>
              <a:rPr lang="en-US" sz="2400" dirty="0">
                <a:solidFill>
                  <a:srgbClr val="64748B"/>
                </a:solidFill>
              </a:rPr>
              <a:t>Scaling</a:t>
            </a:r>
            <a:endParaRPr lang="en-US" sz="2400" dirty="0"/>
          </a:p>
        </p:txBody>
      </p:sp>
      <p:sp>
        <p:nvSpPr>
          <p:cNvPr id="14" name="Text 12"/>
          <p:cNvSpPr/>
          <p:nvPr/>
        </p:nvSpPr>
        <p:spPr>
          <a:xfrm>
            <a:off x="5715000" y="4101083"/>
            <a:ext cx="6400800" cy="402336"/>
          </a:xfrm>
          <a:prstGeom prst="rect">
            <a:avLst/>
          </a:prstGeom>
          <a:noFill/>
          <a:ln/>
        </p:spPr>
        <p:txBody>
          <a:bodyPr wrap="square" lIns="508" tIns="508" rIns="508" bIns="508" rtlCol="0" anchor="ctr"/>
          <a:lstStyle/>
          <a:p>
            <a:pPr marL="0" indent="0">
              <a:buNone/>
            </a:pPr>
            <a:r>
              <a:rPr lang="en-US" sz="2400" b="1" dirty="0">
                <a:solidFill>
                  <a:srgbClr val="17324D"/>
                </a:solidFill>
              </a:rPr>
              <a:t>area = 1</a:t>
            </a:r>
            <a:endParaRPr lang="en-US" sz="2400" dirty="0"/>
          </a:p>
        </p:txBody>
      </p:sp>
      <p:sp>
        <p:nvSpPr>
          <p:cNvPr id="15" name="Text 13"/>
          <p:cNvSpPr/>
          <p:nvPr/>
        </p:nvSpPr>
        <p:spPr>
          <a:xfrm>
            <a:off x="3383280" y="4814315"/>
            <a:ext cx="2194560" cy="320040"/>
          </a:xfrm>
          <a:prstGeom prst="rect">
            <a:avLst/>
          </a:prstGeom>
          <a:noFill/>
          <a:ln/>
        </p:spPr>
        <p:txBody>
          <a:bodyPr wrap="square" lIns="0" tIns="0" rIns="0" bIns="0" rtlCol="0" anchor="ctr"/>
          <a:lstStyle/>
          <a:p>
            <a:pPr marL="0" indent="0">
              <a:buNone/>
            </a:pPr>
            <a:r>
              <a:rPr lang="en-US" sz="2400" dirty="0">
                <a:solidFill>
                  <a:srgbClr val="64748B"/>
                </a:solidFill>
              </a:rPr>
              <a:t>Range / step</a:t>
            </a:r>
            <a:endParaRPr lang="en-US" sz="2400" dirty="0"/>
          </a:p>
        </p:txBody>
      </p:sp>
      <p:sp>
        <p:nvSpPr>
          <p:cNvPr id="16" name="Text 14"/>
          <p:cNvSpPr/>
          <p:nvPr/>
        </p:nvSpPr>
        <p:spPr>
          <a:xfrm>
            <a:off x="5715000" y="4777739"/>
            <a:ext cx="6400800" cy="402336"/>
          </a:xfrm>
          <a:prstGeom prst="rect">
            <a:avLst/>
          </a:prstGeom>
          <a:noFill/>
          <a:ln/>
        </p:spPr>
        <p:txBody>
          <a:bodyPr wrap="square" lIns="508" tIns="508" rIns="508" bIns="508" rtlCol="0" anchor="ctr"/>
          <a:lstStyle/>
          <a:p>
            <a:pPr marL="0" indent="0">
              <a:buNone/>
            </a:pPr>
            <a:r>
              <a:rPr lang="en-US" sz="2400" b="1" dirty="0">
                <a:solidFill>
                  <a:srgbClr val="17324D"/>
                </a:solidFill>
              </a:rPr>
              <a:t>−45° to +45° / 0.05°</a:t>
            </a:r>
            <a:endParaRPr lang="en-US" sz="2400" dirty="0"/>
          </a:p>
        </p:txBody>
      </p:sp>
      <p:sp>
        <p:nvSpPr>
          <p:cNvPr id="17" name="Text 15"/>
          <p:cNvSpPr/>
          <p:nvPr/>
        </p:nvSpPr>
        <p:spPr>
          <a:xfrm>
            <a:off x="1005840" y="5577840"/>
            <a:ext cx="10058400" cy="475488"/>
          </a:xfrm>
          <a:prstGeom prst="rect">
            <a:avLst/>
          </a:prstGeom>
          <a:solidFill>
            <a:srgbClr val="EFF6FF"/>
          </a:solidFill>
          <a:ln w="15240">
            <a:solidFill>
              <a:srgbClr val="1F4E79"/>
            </a:solidFill>
          </a:ln>
        </p:spPr>
        <p:txBody>
          <a:bodyPr wrap="square" lIns="1778" tIns="1778" rIns="1778" bIns="1778" rtlCol="0" anchor="ctr">
            <a:normAutofit/>
          </a:bodyPr>
          <a:lstStyle/>
          <a:p>
            <a:pPr marL="0" indent="0" algn="ctr">
              <a:buNone/>
            </a:pPr>
            <a:r>
              <a:rPr lang="en-US" sz="2800" dirty="0">
                <a:solidFill>
                  <a:srgbClr val="1E293B"/>
                </a:solidFill>
                <a:latin typeface="Aptos" pitchFamily="34" charset="0"/>
                <a:ea typeface="Aptos" pitchFamily="34" charset="-122"/>
                <a:cs typeface="Aptos" pitchFamily="34" charset="-120"/>
              </a:rPr>
              <a:t>All sensitivity comparisons start from this baseline.</a:t>
            </a:r>
            <a:endParaRPr lang="en-US" sz="2800" dirty="0"/>
          </a:p>
        </p:txBody>
      </p:sp>
      <p:sp>
        <p:nvSpPr>
          <p:cNvPr id="18" name="Shape 16"/>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9" name="Text 17"/>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Curvigrams and sensitivity analysis</a:t>
            </a:r>
            <a:endParaRPr lang="en-US" sz="750" dirty="0"/>
          </a:p>
        </p:txBody>
      </p:sp>
      <p:sp>
        <p:nvSpPr>
          <p:cNvPr id="20" name="TextBox 19"/>
          <p:cNvSpPr txBox="1"/>
          <p:nvPr/>
        </p:nvSpPr>
        <p:spPr>
          <a:xfrm>
            <a:off x="11064240" y="6556248"/>
            <a:ext cx="502920" cy="182880"/>
          </a:xfrm>
          <a:prstGeom prst="rect">
            <a:avLst/>
          </a:prstGeom>
          <a:noFill/>
        </p:spPr>
        <p:txBody>
          <a:bodyPr wrap="none">
            <a:spAutoFit/>
          </a:bodyPr>
          <a:lstStyle/>
          <a:p>
            <a:pPr algn="r"/>
            <a:fld id="{893087BB-57FA-44B0-B7D7-4E9D8DF49CB1}" type="slidenum">
              <a:rPr lang="en-US" sz="700">
                <a:solidFill>
                  <a:srgbClr val="6E7B86"/>
                </a:solidFill>
              </a:rPr>
              <a:t>30</a:t>
            </a:fld>
            <a:endParaRPr lang="en-US" sz="700">
              <a:solidFill>
                <a:srgbClr val="6E7B86"/>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DATASET 2</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Baseline curvigram: the first view</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pic>
        <p:nvPicPr>
          <p:cNvPr id="5" name="Image 0" descr="/mnt/data/SEAC2026_Workshop_v2/03_SOLUTIONS/02_EXPECTED_epanechnikov_m2.png"/>
          <p:cNvPicPr>
            <a:picLocks noChangeAspect="1"/>
          </p:cNvPicPr>
          <p:nvPr/>
        </p:nvPicPr>
        <p:blipFill>
          <a:blip r:embed="rId3"/>
          <a:stretch>
            <a:fillRect/>
          </a:stretch>
        </p:blipFill>
        <p:spPr>
          <a:xfrm>
            <a:off x="212684" y="1571625"/>
            <a:ext cx="7192172" cy="4709160"/>
          </a:xfrm>
          <a:prstGeom prst="rect">
            <a:avLst/>
          </a:prstGeom>
        </p:spPr>
      </p:pic>
      <p:sp>
        <p:nvSpPr>
          <p:cNvPr id="6" name="Text 3"/>
          <p:cNvSpPr/>
          <p:nvPr/>
        </p:nvSpPr>
        <p:spPr>
          <a:xfrm>
            <a:off x="8549640" y="1508760"/>
            <a:ext cx="3017520" cy="402336"/>
          </a:xfrm>
          <a:prstGeom prst="rect">
            <a:avLst/>
          </a:prstGeom>
          <a:noFill/>
          <a:ln/>
        </p:spPr>
        <p:txBody>
          <a:bodyPr wrap="square" lIns="635" tIns="635" rIns="635" bIns="635" rtlCol="0" anchor="t">
            <a:noAutofit/>
          </a:bodyPr>
          <a:lstStyle/>
          <a:p>
            <a:pPr marL="0" indent="0" algn="l">
              <a:buNone/>
            </a:pPr>
            <a:r>
              <a:rPr lang="en-US" sz="2800" b="1" dirty="0">
                <a:solidFill>
                  <a:srgbClr val="17324D"/>
                </a:solidFill>
                <a:latin typeface="Aptos" pitchFamily="34" charset="0"/>
                <a:ea typeface="Aptos" pitchFamily="34" charset="-122"/>
                <a:cs typeface="Aptos" pitchFamily="34" charset="-120"/>
              </a:rPr>
              <a:t>Start by asking:</a:t>
            </a:r>
            <a:endParaRPr lang="en-US" sz="2800" dirty="0"/>
          </a:p>
        </p:txBody>
      </p:sp>
      <p:sp>
        <p:nvSpPr>
          <p:cNvPr id="7" name="Text 4"/>
          <p:cNvSpPr/>
          <p:nvPr/>
        </p:nvSpPr>
        <p:spPr>
          <a:xfrm>
            <a:off x="7769266" y="2273996"/>
            <a:ext cx="4395388" cy="943738"/>
          </a:xfrm>
          <a:prstGeom prst="rect">
            <a:avLst/>
          </a:prstGeom>
          <a:noFill/>
          <a:ln/>
        </p:spPr>
        <p:txBody>
          <a:bodyPr wrap="square" lIns="635" tIns="635" rIns="635" bIns="635" rtlCol="0" anchor="t">
            <a:noAutofit/>
          </a:bodyPr>
          <a:lstStyle/>
          <a:p>
            <a:pPr algn="l"/>
            <a:r>
              <a:rPr lang="en-US" sz="2000" dirty="0">
                <a:solidFill>
                  <a:srgbClr val="1E293B"/>
                </a:solidFill>
                <a:latin typeface="Aptos" pitchFamily="34" charset="0"/>
                <a:ea typeface="Aptos" pitchFamily="34" charset="-122"/>
                <a:cs typeface="Aptos" pitchFamily="34" charset="-120"/>
              </a:rPr>
              <a:t>• Where is the dominant feature?</a:t>
            </a:r>
            <a:endParaRPr lang="en-US" sz="2000" dirty="0"/>
          </a:p>
          <a:p>
            <a:pPr algn="l"/>
            <a:r>
              <a:rPr lang="en-US" sz="2000" dirty="0">
                <a:solidFill>
                  <a:srgbClr val="1E293B"/>
                </a:solidFill>
                <a:latin typeface="Aptos" pitchFamily="34" charset="0"/>
                <a:ea typeface="Aptos" pitchFamily="34" charset="-122"/>
                <a:cs typeface="Aptos" pitchFamily="34" charset="-120"/>
              </a:rPr>
              <a:t>• Is there a smaller shoulder/peak?</a:t>
            </a:r>
            <a:endParaRPr lang="en-US" sz="2000" dirty="0"/>
          </a:p>
          <a:p>
            <a:pPr algn="l"/>
            <a:r>
              <a:rPr lang="en-US" sz="2000" dirty="0">
                <a:solidFill>
                  <a:srgbClr val="1E293B"/>
                </a:solidFill>
                <a:latin typeface="Aptos" pitchFamily="34" charset="0"/>
                <a:ea typeface="Aptos" pitchFamily="34" charset="-122"/>
                <a:cs typeface="Aptos" pitchFamily="34" charset="-120"/>
              </a:rPr>
              <a:t>• Which small bumps deserve caution?</a:t>
            </a:r>
            <a:endParaRPr lang="en-US" sz="2000" dirty="0"/>
          </a:p>
        </p:txBody>
      </p:sp>
      <p:sp>
        <p:nvSpPr>
          <p:cNvPr id="8" name="Text 5"/>
          <p:cNvSpPr/>
          <p:nvPr/>
        </p:nvSpPr>
        <p:spPr>
          <a:xfrm>
            <a:off x="7766132" y="3642172"/>
            <a:ext cx="4210050" cy="1371600"/>
          </a:xfrm>
          <a:prstGeom prst="rect">
            <a:avLst/>
          </a:prstGeom>
          <a:solidFill>
            <a:srgbClr val="FFF8E8"/>
          </a:solidFill>
          <a:ln w="15240">
            <a:solidFill>
              <a:srgbClr val="D99A2B"/>
            </a:solidFill>
          </a:ln>
        </p:spPr>
        <p:txBody>
          <a:bodyPr wrap="square" lIns="1778" tIns="1778" rIns="1778" bIns="1778" rtlCol="0" anchor="ctr">
            <a:noAutofit/>
          </a:bodyPr>
          <a:lstStyle/>
          <a:p>
            <a:pPr marL="0" indent="0" algn="ctr">
              <a:buNone/>
            </a:pPr>
            <a:r>
              <a:rPr lang="en-US" sz="2400" dirty="0">
                <a:solidFill>
                  <a:srgbClr val="1E293B"/>
                </a:solidFill>
                <a:latin typeface="Aptos" pitchFamily="34" charset="0"/>
                <a:ea typeface="Aptos" pitchFamily="34" charset="-122"/>
                <a:cs typeface="Aptos" pitchFamily="34" charset="-120"/>
              </a:rPr>
              <a:t>Do not attach an astronomical target before sensitivity checks and archaeological context.</a:t>
            </a:r>
            <a:endParaRPr lang="en-US" sz="2400" dirty="0"/>
          </a:p>
        </p:txBody>
      </p:sp>
      <p:sp>
        <p:nvSpPr>
          <p:cNvPr id="9" name="Shape 6"/>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0" name="Text 7"/>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Curvigrams and sensitivity analysis</a:t>
            </a:r>
            <a:endParaRPr lang="en-US" sz="750" dirty="0"/>
          </a:p>
        </p:txBody>
      </p:sp>
      <p:sp>
        <p:nvSpPr>
          <p:cNvPr id="11" name="TextBox 10"/>
          <p:cNvSpPr txBox="1"/>
          <p:nvPr/>
        </p:nvSpPr>
        <p:spPr>
          <a:xfrm>
            <a:off x="11064240" y="6556248"/>
            <a:ext cx="502920" cy="182880"/>
          </a:xfrm>
          <a:prstGeom prst="rect">
            <a:avLst/>
          </a:prstGeom>
          <a:noFill/>
        </p:spPr>
        <p:txBody>
          <a:bodyPr wrap="none">
            <a:spAutoFit/>
          </a:bodyPr>
          <a:lstStyle/>
          <a:p>
            <a:pPr algn="r"/>
            <a:fld id="{0D010294-D82E-4A07-B9B0-EEBDE7C8C819}" type="slidenum">
              <a:rPr lang="en-US" sz="700">
                <a:solidFill>
                  <a:srgbClr val="6E7B86"/>
                </a:solidFill>
              </a:rPr>
              <a:t>31</a:t>
            </a:fld>
            <a:endParaRPr lang="en-US" sz="700">
              <a:solidFill>
                <a:srgbClr val="6E7B86"/>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DATASET 2</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Sensitivity analysis: compare reasonable choices</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pic>
        <p:nvPicPr>
          <p:cNvPr id="5" name="Image 0" descr="/mnt/data/SEAC2026_Workshop_v2/03_SOLUTIONS/02_EXPECTED_sensitivity_comparison.png"/>
          <p:cNvPicPr>
            <a:picLocks noChangeAspect="1"/>
          </p:cNvPicPr>
          <p:nvPr/>
        </p:nvPicPr>
        <p:blipFill>
          <a:blip r:embed="rId3"/>
          <a:stretch>
            <a:fillRect/>
          </a:stretch>
        </p:blipFill>
        <p:spPr>
          <a:xfrm>
            <a:off x="594360" y="1403604"/>
            <a:ext cx="7405177" cy="4846320"/>
          </a:xfrm>
          <a:prstGeom prst="rect">
            <a:avLst/>
          </a:prstGeom>
        </p:spPr>
      </p:pic>
      <p:sp>
        <p:nvSpPr>
          <p:cNvPr id="6" name="Text 3"/>
          <p:cNvSpPr/>
          <p:nvPr/>
        </p:nvSpPr>
        <p:spPr>
          <a:xfrm>
            <a:off x="8343900" y="1746504"/>
            <a:ext cx="3131820" cy="1508760"/>
          </a:xfrm>
          <a:prstGeom prst="rect">
            <a:avLst/>
          </a:prstGeom>
          <a:solidFill>
            <a:srgbClr val="F1F5F9"/>
          </a:solidFill>
          <a:ln w="10160">
            <a:solidFill>
              <a:srgbClr val="CBD5E1"/>
            </a:solidFill>
          </a:ln>
        </p:spPr>
        <p:txBody>
          <a:bodyPr wrap="square" lIns="1524" tIns="1524" rIns="1524" bIns="1524" rtlCol="0" anchor="ctr">
            <a:noAutofit/>
          </a:bodyPr>
          <a:lstStyle/>
          <a:p>
            <a:pPr marL="180000" indent="0">
              <a:buNone/>
            </a:pPr>
            <a:r>
              <a:rPr lang="en-US" sz="2200" dirty="0">
                <a:solidFill>
                  <a:srgbClr val="0F172A"/>
                </a:solidFill>
                <a:latin typeface="Courier New" pitchFamily="34" charset="0"/>
                <a:ea typeface="Courier New" pitchFamily="34" charset="-122"/>
                <a:cs typeface="Courier New" pitchFamily="34" charset="-120"/>
              </a:rPr>
              <a:t>Epanechnikov × 1</a:t>
            </a:r>
            <a:endParaRPr lang="en-US" sz="2200" dirty="0"/>
          </a:p>
          <a:p>
            <a:pPr marL="180000" indent="0">
              <a:buNone/>
            </a:pPr>
            <a:r>
              <a:rPr lang="en-US" sz="2200" dirty="0">
                <a:solidFill>
                  <a:srgbClr val="0F172A"/>
                </a:solidFill>
                <a:latin typeface="Courier New" pitchFamily="34" charset="0"/>
                <a:ea typeface="Courier New" pitchFamily="34" charset="-122"/>
                <a:cs typeface="Courier New" pitchFamily="34" charset="-120"/>
              </a:rPr>
              <a:t>Epanechnikov × 2</a:t>
            </a:r>
            <a:endParaRPr lang="en-US" sz="2200" dirty="0"/>
          </a:p>
          <a:p>
            <a:pPr marL="180000" indent="0">
              <a:buNone/>
            </a:pPr>
            <a:r>
              <a:rPr lang="en-US" sz="2200" dirty="0">
                <a:solidFill>
                  <a:srgbClr val="0F172A"/>
                </a:solidFill>
                <a:latin typeface="Courier New" pitchFamily="34" charset="0"/>
                <a:ea typeface="Courier New" pitchFamily="34" charset="-122"/>
                <a:cs typeface="Courier New" pitchFamily="34" charset="-120"/>
              </a:rPr>
              <a:t>Epanechnikov × 3</a:t>
            </a:r>
            <a:endParaRPr lang="en-US" sz="2200" dirty="0"/>
          </a:p>
          <a:p>
            <a:pPr marL="180000" indent="0">
              <a:buNone/>
            </a:pPr>
            <a:r>
              <a:rPr lang="en-US" sz="2200" dirty="0">
                <a:solidFill>
                  <a:srgbClr val="0F172A"/>
                </a:solidFill>
                <a:latin typeface="Courier New" pitchFamily="34" charset="0"/>
                <a:ea typeface="Courier New" pitchFamily="34" charset="-122"/>
                <a:cs typeface="Courier New" pitchFamily="34" charset="-120"/>
              </a:rPr>
              <a:t>Gaussian × 2</a:t>
            </a:r>
            <a:endParaRPr lang="en-US" sz="2200" dirty="0"/>
          </a:p>
        </p:txBody>
      </p:sp>
      <p:sp>
        <p:nvSpPr>
          <p:cNvPr id="7" name="Text 4"/>
          <p:cNvSpPr/>
          <p:nvPr/>
        </p:nvSpPr>
        <p:spPr>
          <a:xfrm>
            <a:off x="8343900" y="3831335"/>
            <a:ext cx="3223260" cy="1271017"/>
          </a:xfrm>
          <a:prstGeom prst="rect">
            <a:avLst/>
          </a:prstGeom>
          <a:solidFill>
            <a:srgbClr val="E6FFFB"/>
          </a:solidFill>
          <a:ln w="15240">
            <a:solidFill>
              <a:srgbClr val="1C7C7D"/>
            </a:solidFill>
          </a:ln>
        </p:spPr>
        <p:txBody>
          <a:bodyPr wrap="square" lIns="1778" tIns="1778" rIns="1778" bIns="1778" rtlCol="0" anchor="ctr">
            <a:noAutofit/>
          </a:bodyPr>
          <a:lstStyle/>
          <a:p>
            <a:pPr marL="180000" indent="0">
              <a:buNone/>
            </a:pPr>
            <a:r>
              <a:rPr lang="en-US" sz="2200" dirty="0">
                <a:solidFill>
                  <a:srgbClr val="1E293B"/>
                </a:solidFill>
                <a:latin typeface="Aptos" pitchFamily="34" charset="0"/>
                <a:ea typeface="Aptos" pitchFamily="34" charset="-122"/>
                <a:cs typeface="Aptos" pitchFamily="34" charset="-120"/>
              </a:rPr>
              <a:t>The dominant peak stays near +23°. The smaller +16° feature becomes less distinct.</a:t>
            </a:r>
            <a:endParaRPr lang="en-US" sz="2200" dirty="0"/>
          </a:p>
        </p:txBody>
      </p:sp>
      <p:sp>
        <p:nvSpPr>
          <p:cNvPr id="8" name="Shape 5"/>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9" name="Text 6"/>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Curvigrams and sensitivity analysis</a:t>
            </a:r>
            <a:endParaRPr lang="en-US" sz="750" dirty="0"/>
          </a:p>
        </p:txBody>
      </p:sp>
      <p:sp>
        <p:nvSpPr>
          <p:cNvPr id="10" name="TextBox 9"/>
          <p:cNvSpPr txBox="1"/>
          <p:nvPr/>
        </p:nvSpPr>
        <p:spPr>
          <a:xfrm>
            <a:off x="11064240" y="6556248"/>
            <a:ext cx="502920" cy="182880"/>
          </a:xfrm>
          <a:prstGeom prst="rect">
            <a:avLst/>
          </a:prstGeom>
          <a:noFill/>
        </p:spPr>
        <p:txBody>
          <a:bodyPr wrap="none">
            <a:spAutoFit/>
          </a:bodyPr>
          <a:lstStyle/>
          <a:p>
            <a:pPr algn="r"/>
            <a:fld id="{8A65C8AF-52B3-4BAF-B870-84EB26FFCE14}" type="slidenum">
              <a:rPr lang="en-US" sz="700">
                <a:solidFill>
                  <a:srgbClr val="6E7B86"/>
                </a:solidFill>
              </a:rPr>
              <a:t>32</a:t>
            </a:fld>
            <a:endParaRPr lang="en-US" sz="700">
              <a:solidFill>
                <a:srgbClr val="6E7B86"/>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HOW TO INTERPRET</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Robust feature versus smoothing-sensitive feature</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1005840" y="1901952"/>
            <a:ext cx="3291840" cy="393192"/>
          </a:xfrm>
          <a:prstGeom prst="rect">
            <a:avLst/>
          </a:prstGeom>
          <a:noFill/>
          <a:ln/>
        </p:spPr>
        <p:txBody>
          <a:bodyPr wrap="square" lIns="0" tIns="0" rIns="0" bIns="0" rtlCol="0" anchor="ctr"/>
          <a:lstStyle/>
          <a:p>
            <a:pPr marL="0" indent="0">
              <a:buNone/>
            </a:pPr>
            <a:r>
              <a:rPr lang="en-US" sz="2800" b="1" dirty="0">
                <a:solidFill>
                  <a:srgbClr val="1C7C7D"/>
                </a:solidFill>
              </a:rPr>
              <a:t>Robust</a:t>
            </a:r>
            <a:endParaRPr lang="en-US" sz="2800" dirty="0"/>
          </a:p>
        </p:txBody>
      </p:sp>
      <p:sp>
        <p:nvSpPr>
          <p:cNvPr id="6" name="Text 4"/>
          <p:cNvSpPr/>
          <p:nvPr/>
        </p:nvSpPr>
        <p:spPr>
          <a:xfrm>
            <a:off x="1005840" y="2450591"/>
            <a:ext cx="4480560" cy="1106425"/>
          </a:xfrm>
          <a:prstGeom prst="rect">
            <a:avLst/>
          </a:prstGeom>
          <a:noFill/>
          <a:ln/>
        </p:spPr>
        <p:txBody>
          <a:bodyPr wrap="square" lIns="635" tIns="635" rIns="635" bIns="635" rtlCol="0" anchor="t">
            <a:noAutofit/>
          </a:bodyPr>
          <a:lstStyle/>
          <a:p>
            <a:pPr marL="0" indent="0" algn="l">
              <a:buNone/>
            </a:pPr>
            <a:r>
              <a:rPr lang="en-US" sz="2400" dirty="0">
                <a:solidFill>
                  <a:srgbClr val="1E293B"/>
                </a:solidFill>
                <a:latin typeface="Aptos" pitchFamily="34" charset="0"/>
                <a:ea typeface="Aptos" pitchFamily="34" charset="-122"/>
                <a:cs typeface="Aptos" pitchFamily="34" charset="-120"/>
              </a:rPr>
              <a:t>Visible under several reasonable specifications; location remains substantively stable.</a:t>
            </a:r>
            <a:endParaRPr lang="en-US" sz="2400" dirty="0"/>
          </a:p>
        </p:txBody>
      </p:sp>
      <p:sp>
        <p:nvSpPr>
          <p:cNvPr id="7" name="Text 5"/>
          <p:cNvSpPr/>
          <p:nvPr/>
        </p:nvSpPr>
        <p:spPr>
          <a:xfrm>
            <a:off x="6537960" y="1901952"/>
            <a:ext cx="4389120" cy="393192"/>
          </a:xfrm>
          <a:prstGeom prst="rect">
            <a:avLst/>
          </a:prstGeom>
          <a:noFill/>
          <a:ln/>
        </p:spPr>
        <p:txBody>
          <a:bodyPr wrap="square" lIns="0" tIns="0" rIns="0" bIns="0" rtlCol="0" anchor="ctr"/>
          <a:lstStyle/>
          <a:p>
            <a:pPr marL="0" indent="0">
              <a:buNone/>
            </a:pPr>
            <a:r>
              <a:rPr lang="en-US" sz="2800" b="1" dirty="0">
                <a:solidFill>
                  <a:srgbClr val="C96D32"/>
                </a:solidFill>
              </a:rPr>
              <a:t>Smoothing-sensitive</a:t>
            </a:r>
            <a:endParaRPr lang="en-US" sz="2800" dirty="0"/>
          </a:p>
        </p:txBody>
      </p:sp>
      <p:sp>
        <p:nvSpPr>
          <p:cNvPr id="8" name="Text 6"/>
          <p:cNvSpPr/>
          <p:nvPr/>
        </p:nvSpPr>
        <p:spPr>
          <a:xfrm>
            <a:off x="6537960" y="2450592"/>
            <a:ext cx="4480560" cy="1280160"/>
          </a:xfrm>
          <a:prstGeom prst="rect">
            <a:avLst/>
          </a:prstGeom>
          <a:noFill/>
          <a:ln/>
        </p:spPr>
        <p:txBody>
          <a:bodyPr wrap="square" lIns="635" tIns="635" rIns="635" bIns="635" rtlCol="0" anchor="t">
            <a:noAutofit/>
          </a:bodyPr>
          <a:lstStyle/>
          <a:p>
            <a:pPr marL="0" indent="0" algn="l">
              <a:buNone/>
            </a:pPr>
            <a:r>
              <a:rPr lang="en-US" sz="2400" dirty="0">
                <a:solidFill>
                  <a:srgbClr val="1E293B"/>
                </a:solidFill>
                <a:latin typeface="Aptos" pitchFamily="34" charset="0"/>
                <a:ea typeface="Aptos" pitchFamily="34" charset="-122"/>
                <a:cs typeface="Aptos" pitchFamily="34" charset="-120"/>
              </a:rPr>
              <a:t>Clear under light smoothing but becomes a shoulder, flattens or merges under broader smoothing.</a:t>
            </a:r>
            <a:endParaRPr lang="en-US" sz="2400" dirty="0"/>
          </a:p>
        </p:txBody>
      </p:sp>
      <p:sp>
        <p:nvSpPr>
          <p:cNvPr id="9" name="Text 7"/>
          <p:cNvSpPr/>
          <p:nvPr/>
        </p:nvSpPr>
        <p:spPr>
          <a:xfrm>
            <a:off x="960120" y="4293108"/>
            <a:ext cx="10058400" cy="1280160"/>
          </a:xfrm>
          <a:prstGeom prst="rect">
            <a:avLst/>
          </a:prstGeom>
          <a:solidFill>
            <a:srgbClr val="FFF8E8"/>
          </a:solidFill>
          <a:ln w="15240">
            <a:solidFill>
              <a:srgbClr val="D99A2B"/>
            </a:solidFill>
          </a:ln>
        </p:spPr>
        <p:txBody>
          <a:bodyPr wrap="square" lIns="1778" tIns="1778" rIns="1778" bIns="1778" rtlCol="0" anchor="ctr">
            <a:noAutofit/>
          </a:bodyPr>
          <a:lstStyle/>
          <a:p>
            <a:pPr marL="0" indent="0" algn="ctr">
              <a:buNone/>
            </a:pPr>
            <a:r>
              <a:rPr lang="en-US" sz="2600" dirty="0">
                <a:solidFill>
                  <a:srgbClr val="1E293B"/>
                </a:solidFill>
                <a:latin typeface="Aptos" pitchFamily="34" charset="0"/>
                <a:ea typeface="Aptos" pitchFamily="34" charset="-122"/>
                <a:cs typeface="Aptos" pitchFamily="34" charset="-120"/>
              </a:rPr>
              <a:t>Sensitivity analysis is descriptive robustness checking — not a formal significance test.</a:t>
            </a:r>
            <a:endParaRPr lang="en-US" sz="2600" dirty="0"/>
          </a:p>
        </p:txBody>
      </p:sp>
      <p:sp>
        <p:nvSpPr>
          <p:cNvPr id="10" name="Shape 8"/>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1" name="Text 9"/>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Curvigrams and sensitivity analysis</a:t>
            </a:r>
            <a:endParaRPr lang="en-US" sz="750" dirty="0"/>
          </a:p>
        </p:txBody>
      </p:sp>
      <p:sp>
        <p:nvSpPr>
          <p:cNvPr id="12" name="TextBox 11"/>
          <p:cNvSpPr txBox="1"/>
          <p:nvPr/>
        </p:nvSpPr>
        <p:spPr>
          <a:xfrm>
            <a:off x="11064240" y="6556248"/>
            <a:ext cx="502920" cy="182880"/>
          </a:xfrm>
          <a:prstGeom prst="rect">
            <a:avLst/>
          </a:prstGeom>
          <a:noFill/>
        </p:spPr>
        <p:txBody>
          <a:bodyPr wrap="none">
            <a:spAutoFit/>
          </a:bodyPr>
          <a:lstStyle/>
          <a:p>
            <a:pPr algn="r"/>
            <a:fld id="{1881FD8E-2482-48BB-8407-83520482DADD}" type="slidenum">
              <a:rPr lang="en-US" sz="700">
                <a:solidFill>
                  <a:srgbClr val="6E7B86"/>
                </a:solidFill>
              </a:rPr>
              <a:t>33</a:t>
            </a:fld>
            <a:endParaRPr lang="en-US" sz="700">
              <a:solidFill>
                <a:srgbClr val="6E7B86"/>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MINIMUM REPORTING STANDARD</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Report enough detail to reproduce the curve</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960120" y="1929384"/>
            <a:ext cx="2788920" cy="347472"/>
          </a:xfrm>
          <a:prstGeom prst="rect">
            <a:avLst/>
          </a:prstGeom>
          <a:solidFill>
            <a:srgbClr val="F8FAFC"/>
          </a:solidFill>
          <a:ln w="10160">
            <a:solidFill>
              <a:srgbClr val="CBD5E1"/>
            </a:solidFill>
          </a:ln>
        </p:spPr>
        <p:txBody>
          <a:bodyPr wrap="square" lIns="1143" tIns="1143" rIns="1143" bIns="1143" rtlCol="0" anchor="ctr"/>
          <a:lstStyle/>
          <a:p>
            <a:pPr marL="0" indent="0" algn="ctr">
              <a:buNone/>
            </a:pPr>
            <a:r>
              <a:rPr lang="en-US" sz="2200" dirty="0">
                <a:solidFill>
                  <a:srgbClr val="1E293B"/>
                </a:solidFill>
              </a:rPr>
              <a:t>coordinate</a:t>
            </a:r>
            <a:endParaRPr lang="en-US" sz="2200" dirty="0"/>
          </a:p>
        </p:txBody>
      </p:sp>
      <p:sp>
        <p:nvSpPr>
          <p:cNvPr id="6" name="Text 4"/>
          <p:cNvSpPr/>
          <p:nvPr/>
        </p:nvSpPr>
        <p:spPr>
          <a:xfrm>
            <a:off x="4617720" y="1929384"/>
            <a:ext cx="2788920" cy="347472"/>
          </a:xfrm>
          <a:prstGeom prst="rect">
            <a:avLst/>
          </a:prstGeom>
          <a:solidFill>
            <a:srgbClr val="F8FAFC"/>
          </a:solidFill>
          <a:ln w="10160">
            <a:solidFill>
              <a:srgbClr val="CBD5E1"/>
            </a:solidFill>
          </a:ln>
        </p:spPr>
        <p:txBody>
          <a:bodyPr wrap="square" lIns="1143" tIns="1143" rIns="1143" bIns="1143" rtlCol="0" anchor="ctr"/>
          <a:lstStyle/>
          <a:p>
            <a:pPr marL="0" indent="0" algn="ctr">
              <a:buNone/>
            </a:pPr>
            <a:r>
              <a:rPr lang="en-US" sz="2200" dirty="0">
                <a:solidFill>
                  <a:srgbClr val="1E293B"/>
                </a:solidFill>
              </a:rPr>
              <a:t>geometry</a:t>
            </a:r>
            <a:endParaRPr lang="en-US" sz="2200" dirty="0"/>
          </a:p>
        </p:txBody>
      </p:sp>
      <p:sp>
        <p:nvSpPr>
          <p:cNvPr id="7" name="Text 5"/>
          <p:cNvSpPr/>
          <p:nvPr/>
        </p:nvSpPr>
        <p:spPr>
          <a:xfrm>
            <a:off x="8275320" y="1929384"/>
            <a:ext cx="2788920" cy="347472"/>
          </a:xfrm>
          <a:prstGeom prst="rect">
            <a:avLst/>
          </a:prstGeom>
          <a:solidFill>
            <a:srgbClr val="F8FAFC"/>
          </a:solidFill>
          <a:ln w="10160">
            <a:solidFill>
              <a:srgbClr val="CBD5E1"/>
            </a:solidFill>
          </a:ln>
        </p:spPr>
        <p:txBody>
          <a:bodyPr wrap="square" lIns="1143" tIns="1143" rIns="1143" bIns="1143" rtlCol="0" anchor="ctr"/>
          <a:lstStyle/>
          <a:p>
            <a:pPr marL="0" indent="0" algn="ctr">
              <a:buNone/>
            </a:pPr>
            <a:r>
              <a:rPr lang="en-US" sz="2200" dirty="0">
                <a:solidFill>
                  <a:srgbClr val="1E293B"/>
                </a:solidFill>
              </a:rPr>
              <a:t>kernel</a:t>
            </a:r>
            <a:endParaRPr lang="en-US" sz="2200" dirty="0"/>
          </a:p>
        </p:txBody>
      </p:sp>
      <p:sp>
        <p:nvSpPr>
          <p:cNvPr id="8" name="Text 6"/>
          <p:cNvSpPr/>
          <p:nvPr/>
        </p:nvSpPr>
        <p:spPr>
          <a:xfrm>
            <a:off x="960120" y="2706624"/>
            <a:ext cx="2788920" cy="347472"/>
          </a:xfrm>
          <a:prstGeom prst="rect">
            <a:avLst/>
          </a:prstGeom>
          <a:solidFill>
            <a:srgbClr val="F8FAFC"/>
          </a:solidFill>
          <a:ln w="10160">
            <a:solidFill>
              <a:srgbClr val="CBD5E1"/>
            </a:solidFill>
          </a:ln>
        </p:spPr>
        <p:txBody>
          <a:bodyPr wrap="square" lIns="1143" tIns="1143" rIns="1143" bIns="1143" rtlCol="0" anchor="ctr"/>
          <a:lstStyle/>
          <a:p>
            <a:pPr marL="0" indent="0" algn="ctr">
              <a:buNone/>
            </a:pPr>
            <a:r>
              <a:rPr lang="en-US" sz="2200" dirty="0">
                <a:solidFill>
                  <a:srgbClr val="1E293B"/>
                </a:solidFill>
              </a:rPr>
              <a:t>bandwidth rule</a:t>
            </a:r>
            <a:endParaRPr lang="en-US" sz="2200" dirty="0"/>
          </a:p>
        </p:txBody>
      </p:sp>
      <p:sp>
        <p:nvSpPr>
          <p:cNvPr id="9" name="Text 7"/>
          <p:cNvSpPr/>
          <p:nvPr/>
        </p:nvSpPr>
        <p:spPr>
          <a:xfrm>
            <a:off x="4617720" y="2706624"/>
            <a:ext cx="2788920" cy="347472"/>
          </a:xfrm>
          <a:prstGeom prst="rect">
            <a:avLst/>
          </a:prstGeom>
          <a:solidFill>
            <a:srgbClr val="F8FAFC"/>
          </a:solidFill>
          <a:ln w="10160">
            <a:solidFill>
              <a:srgbClr val="CBD5E1"/>
            </a:solidFill>
          </a:ln>
        </p:spPr>
        <p:txBody>
          <a:bodyPr wrap="square" lIns="1143" tIns="1143" rIns="1143" bIns="1143" rtlCol="0" anchor="ctr"/>
          <a:lstStyle/>
          <a:p>
            <a:pPr marL="0" indent="0" algn="ctr">
              <a:buNone/>
            </a:pPr>
            <a:r>
              <a:rPr lang="en-US" sz="2200" dirty="0">
                <a:solidFill>
                  <a:srgbClr val="1E293B"/>
                </a:solidFill>
              </a:rPr>
              <a:t>uncertainty meaning</a:t>
            </a:r>
            <a:endParaRPr lang="en-US" sz="2200" dirty="0"/>
          </a:p>
        </p:txBody>
      </p:sp>
      <p:sp>
        <p:nvSpPr>
          <p:cNvPr id="10" name="Text 8"/>
          <p:cNvSpPr/>
          <p:nvPr/>
        </p:nvSpPr>
        <p:spPr>
          <a:xfrm>
            <a:off x="8275320" y="2706624"/>
            <a:ext cx="2788920" cy="347472"/>
          </a:xfrm>
          <a:prstGeom prst="rect">
            <a:avLst/>
          </a:prstGeom>
          <a:solidFill>
            <a:srgbClr val="F8FAFC"/>
          </a:solidFill>
          <a:ln w="10160">
            <a:solidFill>
              <a:srgbClr val="CBD5E1"/>
            </a:solidFill>
          </a:ln>
        </p:spPr>
        <p:txBody>
          <a:bodyPr wrap="square" lIns="1143" tIns="1143" rIns="1143" bIns="1143" rtlCol="0" anchor="ctr"/>
          <a:lstStyle/>
          <a:p>
            <a:pPr marL="0" indent="0" algn="ctr">
              <a:buNone/>
            </a:pPr>
            <a:r>
              <a:rPr lang="en-US" sz="2200" dirty="0">
                <a:solidFill>
                  <a:srgbClr val="1E293B"/>
                </a:solidFill>
              </a:rPr>
              <a:t>multiplier</a:t>
            </a:r>
            <a:endParaRPr lang="en-US" sz="2200" dirty="0"/>
          </a:p>
        </p:txBody>
      </p:sp>
      <p:sp>
        <p:nvSpPr>
          <p:cNvPr id="11" name="Text 9"/>
          <p:cNvSpPr/>
          <p:nvPr/>
        </p:nvSpPr>
        <p:spPr>
          <a:xfrm>
            <a:off x="960120" y="3483864"/>
            <a:ext cx="2788920" cy="347472"/>
          </a:xfrm>
          <a:prstGeom prst="rect">
            <a:avLst/>
          </a:prstGeom>
          <a:solidFill>
            <a:srgbClr val="F8FAFC"/>
          </a:solidFill>
          <a:ln w="10160">
            <a:solidFill>
              <a:srgbClr val="CBD5E1"/>
            </a:solidFill>
          </a:ln>
        </p:spPr>
        <p:txBody>
          <a:bodyPr wrap="square" lIns="1143" tIns="1143" rIns="1143" bIns="1143" rtlCol="0" anchor="ctr"/>
          <a:lstStyle/>
          <a:p>
            <a:pPr marL="0" indent="0" algn="ctr">
              <a:buNone/>
            </a:pPr>
            <a:r>
              <a:rPr lang="en-US" sz="2200" dirty="0">
                <a:solidFill>
                  <a:srgbClr val="1E293B"/>
                </a:solidFill>
              </a:rPr>
              <a:t>scaling</a:t>
            </a:r>
            <a:endParaRPr lang="en-US" sz="2200" dirty="0"/>
          </a:p>
        </p:txBody>
      </p:sp>
      <p:sp>
        <p:nvSpPr>
          <p:cNvPr id="12" name="Text 10"/>
          <p:cNvSpPr/>
          <p:nvPr/>
        </p:nvSpPr>
        <p:spPr>
          <a:xfrm>
            <a:off x="4617720" y="3483864"/>
            <a:ext cx="2788920" cy="347472"/>
          </a:xfrm>
          <a:prstGeom prst="rect">
            <a:avLst/>
          </a:prstGeom>
          <a:solidFill>
            <a:srgbClr val="F8FAFC"/>
          </a:solidFill>
          <a:ln w="10160">
            <a:solidFill>
              <a:srgbClr val="CBD5E1"/>
            </a:solidFill>
          </a:ln>
        </p:spPr>
        <p:txBody>
          <a:bodyPr wrap="square" lIns="1143" tIns="1143" rIns="1143" bIns="1143" rtlCol="0" anchor="ctr"/>
          <a:lstStyle/>
          <a:p>
            <a:pPr marL="0" indent="0" algn="ctr">
              <a:buNone/>
            </a:pPr>
            <a:r>
              <a:rPr lang="en-US" sz="2200" dirty="0">
                <a:solidFill>
                  <a:srgbClr val="1E293B"/>
                </a:solidFill>
              </a:rPr>
              <a:t>range / step</a:t>
            </a:r>
            <a:endParaRPr lang="en-US" sz="2200" dirty="0"/>
          </a:p>
        </p:txBody>
      </p:sp>
      <p:sp>
        <p:nvSpPr>
          <p:cNvPr id="13" name="Text 11"/>
          <p:cNvSpPr/>
          <p:nvPr/>
        </p:nvSpPr>
        <p:spPr>
          <a:xfrm>
            <a:off x="8275320" y="3483864"/>
            <a:ext cx="2788920" cy="347472"/>
          </a:xfrm>
          <a:prstGeom prst="rect">
            <a:avLst/>
          </a:prstGeom>
          <a:solidFill>
            <a:srgbClr val="F8FAFC"/>
          </a:solidFill>
          <a:ln w="10160">
            <a:solidFill>
              <a:srgbClr val="CBD5E1"/>
            </a:solidFill>
          </a:ln>
        </p:spPr>
        <p:txBody>
          <a:bodyPr wrap="square" lIns="1143" tIns="1143" rIns="1143" bIns="1143" rtlCol="0" anchor="ctr"/>
          <a:lstStyle/>
          <a:p>
            <a:pPr marL="0" indent="0" algn="ctr">
              <a:buNone/>
            </a:pPr>
            <a:r>
              <a:rPr lang="en-US" sz="2200" dirty="0">
                <a:solidFill>
                  <a:srgbClr val="1E293B"/>
                </a:solidFill>
              </a:rPr>
              <a:t>sensitivity cases</a:t>
            </a:r>
            <a:endParaRPr lang="en-US" sz="2200" dirty="0"/>
          </a:p>
        </p:txBody>
      </p:sp>
      <p:sp>
        <p:nvSpPr>
          <p:cNvPr id="14" name="Text 12"/>
          <p:cNvSpPr/>
          <p:nvPr/>
        </p:nvSpPr>
        <p:spPr>
          <a:xfrm>
            <a:off x="1097280" y="4937760"/>
            <a:ext cx="9875520" cy="566928"/>
          </a:xfrm>
          <a:prstGeom prst="rect">
            <a:avLst/>
          </a:prstGeom>
          <a:solidFill>
            <a:srgbClr val="EFF6FF"/>
          </a:solidFill>
          <a:ln w="15240">
            <a:solidFill>
              <a:srgbClr val="1F4E79"/>
            </a:solidFill>
          </a:ln>
        </p:spPr>
        <p:txBody>
          <a:bodyPr wrap="square" lIns="1778" tIns="1778" rIns="1778" bIns="1778" rtlCol="0" anchor="ctr">
            <a:normAutofit/>
          </a:bodyPr>
          <a:lstStyle/>
          <a:p>
            <a:pPr marL="0" indent="0" algn="ctr">
              <a:buNone/>
            </a:pPr>
            <a:r>
              <a:rPr lang="en-US" sz="2800" dirty="0">
                <a:solidFill>
                  <a:srgbClr val="1E293B"/>
                </a:solidFill>
                <a:latin typeface="Aptos" pitchFamily="34" charset="0"/>
                <a:ea typeface="Aptos" pitchFamily="34" charset="-122"/>
                <a:cs typeface="Aptos" pitchFamily="34" charset="-120"/>
              </a:rPr>
              <a:t>A good methods paragraph is a reproducibility checklist.</a:t>
            </a:r>
            <a:endParaRPr lang="en-US" sz="2800" dirty="0"/>
          </a:p>
        </p:txBody>
      </p:sp>
      <p:sp>
        <p:nvSpPr>
          <p:cNvPr id="15" name="Shape 13"/>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6" name="Text 14"/>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Curvigrams and sensitivity analysis</a:t>
            </a:r>
            <a:endParaRPr lang="en-US" sz="750" dirty="0"/>
          </a:p>
        </p:txBody>
      </p:sp>
      <p:sp>
        <p:nvSpPr>
          <p:cNvPr id="17" name="TextBox 16"/>
          <p:cNvSpPr txBox="1"/>
          <p:nvPr/>
        </p:nvSpPr>
        <p:spPr>
          <a:xfrm>
            <a:off x="11064240" y="6556248"/>
            <a:ext cx="502920" cy="182880"/>
          </a:xfrm>
          <a:prstGeom prst="rect">
            <a:avLst/>
          </a:prstGeom>
          <a:noFill/>
        </p:spPr>
        <p:txBody>
          <a:bodyPr wrap="none">
            <a:spAutoFit/>
          </a:bodyPr>
          <a:lstStyle/>
          <a:p>
            <a:pPr algn="r"/>
            <a:fld id="{ABF9D4E9-C781-4A5D-AAD0-AC36E4698CDC}" type="slidenum">
              <a:rPr lang="en-US" sz="700">
                <a:solidFill>
                  <a:srgbClr val="6E7B86"/>
                </a:solidFill>
              </a:rPr>
              <a:t>34</a:t>
            </a:fld>
            <a:endParaRPr lang="en-US" sz="700">
              <a:solidFill>
                <a:srgbClr val="6E7B86"/>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REPRODUCIBLE OUTPUT</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Export results for a report or manuscript</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960120" y="2057400"/>
            <a:ext cx="2194560" cy="502920"/>
          </a:xfrm>
          <a:prstGeom prst="rect">
            <a:avLst/>
          </a:prstGeom>
          <a:noFill/>
          <a:ln/>
        </p:spPr>
        <p:txBody>
          <a:bodyPr wrap="square" lIns="0" tIns="0" rIns="0" bIns="0" rtlCol="0" anchor="ctr"/>
          <a:lstStyle/>
          <a:p>
            <a:pPr marL="0" indent="0" algn="ctr">
              <a:buNone/>
            </a:pPr>
            <a:r>
              <a:rPr lang="en-US" sz="4000" b="1" dirty="0">
                <a:solidFill>
                  <a:srgbClr val="1F4E79"/>
                </a:solidFill>
              </a:rPr>
              <a:t>PNG</a:t>
            </a:r>
            <a:endParaRPr lang="en-US" sz="4000" dirty="0"/>
          </a:p>
        </p:txBody>
      </p:sp>
      <p:sp>
        <p:nvSpPr>
          <p:cNvPr id="6" name="Text 4"/>
          <p:cNvSpPr/>
          <p:nvPr/>
        </p:nvSpPr>
        <p:spPr>
          <a:xfrm>
            <a:off x="960120" y="2788920"/>
            <a:ext cx="2194560" cy="969264"/>
          </a:xfrm>
          <a:prstGeom prst="rect">
            <a:avLst/>
          </a:prstGeom>
          <a:noFill/>
          <a:ln/>
        </p:spPr>
        <p:txBody>
          <a:bodyPr wrap="square" lIns="762" tIns="762" rIns="762" bIns="762" rtlCol="0" anchor="ctr">
            <a:noAutofit/>
          </a:bodyPr>
          <a:lstStyle/>
          <a:p>
            <a:pPr marL="0" indent="0" algn="ctr">
              <a:buNone/>
            </a:pPr>
            <a:r>
              <a:rPr lang="en-US" sz="2800" dirty="0">
                <a:solidFill>
                  <a:srgbClr val="1E293B"/>
                </a:solidFill>
              </a:rPr>
              <a:t>300 / 600 dpi figures</a:t>
            </a:r>
            <a:endParaRPr lang="en-US" sz="2800" dirty="0"/>
          </a:p>
        </p:txBody>
      </p:sp>
      <p:sp>
        <p:nvSpPr>
          <p:cNvPr id="7" name="Text 5"/>
          <p:cNvSpPr/>
          <p:nvPr/>
        </p:nvSpPr>
        <p:spPr>
          <a:xfrm>
            <a:off x="4617720" y="2057400"/>
            <a:ext cx="2194560" cy="502920"/>
          </a:xfrm>
          <a:prstGeom prst="rect">
            <a:avLst/>
          </a:prstGeom>
          <a:noFill/>
          <a:ln/>
        </p:spPr>
        <p:txBody>
          <a:bodyPr wrap="square" lIns="0" tIns="0" rIns="0" bIns="0" rtlCol="0" anchor="ctr"/>
          <a:lstStyle/>
          <a:p>
            <a:pPr marL="0" indent="0" algn="ctr">
              <a:buNone/>
            </a:pPr>
            <a:r>
              <a:rPr lang="en-US" sz="4000" b="1" dirty="0">
                <a:solidFill>
                  <a:srgbClr val="1C7C7D"/>
                </a:solidFill>
              </a:rPr>
              <a:t>CSV</a:t>
            </a:r>
            <a:endParaRPr lang="en-US" sz="4000" dirty="0"/>
          </a:p>
        </p:txBody>
      </p:sp>
      <p:sp>
        <p:nvSpPr>
          <p:cNvPr id="8" name="Text 6"/>
          <p:cNvSpPr/>
          <p:nvPr/>
        </p:nvSpPr>
        <p:spPr>
          <a:xfrm>
            <a:off x="4617720" y="2788920"/>
            <a:ext cx="2194560" cy="969264"/>
          </a:xfrm>
          <a:prstGeom prst="rect">
            <a:avLst/>
          </a:prstGeom>
          <a:noFill/>
          <a:ln/>
        </p:spPr>
        <p:txBody>
          <a:bodyPr wrap="square" lIns="762" tIns="762" rIns="762" bIns="762" rtlCol="0" anchor="ctr">
            <a:noAutofit/>
          </a:bodyPr>
          <a:lstStyle/>
          <a:p>
            <a:pPr marL="0" indent="0" algn="ctr">
              <a:buNone/>
            </a:pPr>
            <a:r>
              <a:rPr lang="en-US" sz="2800" dirty="0">
                <a:solidFill>
                  <a:srgbClr val="1E293B"/>
                </a:solidFill>
              </a:rPr>
              <a:t>calculated curves</a:t>
            </a:r>
            <a:endParaRPr lang="en-US" sz="2800" dirty="0"/>
          </a:p>
        </p:txBody>
      </p:sp>
      <p:sp>
        <p:nvSpPr>
          <p:cNvPr id="9" name="Text 7"/>
          <p:cNvSpPr/>
          <p:nvPr/>
        </p:nvSpPr>
        <p:spPr>
          <a:xfrm>
            <a:off x="8275320" y="2057400"/>
            <a:ext cx="2194560" cy="502920"/>
          </a:xfrm>
          <a:prstGeom prst="rect">
            <a:avLst/>
          </a:prstGeom>
          <a:noFill/>
          <a:ln/>
        </p:spPr>
        <p:txBody>
          <a:bodyPr wrap="square" lIns="0" tIns="0" rIns="0" bIns="0" rtlCol="0" anchor="ctr"/>
          <a:lstStyle/>
          <a:p>
            <a:pPr marL="0" indent="0" algn="ctr">
              <a:buNone/>
            </a:pPr>
            <a:r>
              <a:rPr lang="en-US" sz="4000" b="1" dirty="0">
                <a:solidFill>
                  <a:srgbClr val="C96D32"/>
                </a:solidFill>
              </a:rPr>
              <a:t>DOCX</a:t>
            </a:r>
            <a:endParaRPr lang="en-US" sz="4000" dirty="0"/>
          </a:p>
        </p:txBody>
      </p:sp>
      <p:sp>
        <p:nvSpPr>
          <p:cNvPr id="10" name="Text 8"/>
          <p:cNvSpPr/>
          <p:nvPr/>
        </p:nvSpPr>
        <p:spPr>
          <a:xfrm>
            <a:off x="8275320" y="2788920"/>
            <a:ext cx="2194560" cy="969264"/>
          </a:xfrm>
          <a:prstGeom prst="rect">
            <a:avLst/>
          </a:prstGeom>
          <a:noFill/>
          <a:ln/>
        </p:spPr>
        <p:txBody>
          <a:bodyPr wrap="square" lIns="762" tIns="762" rIns="762" bIns="762" rtlCol="0" anchor="ctr">
            <a:noAutofit/>
          </a:bodyPr>
          <a:lstStyle/>
          <a:p>
            <a:pPr marL="0" indent="0" algn="ctr">
              <a:buNone/>
            </a:pPr>
            <a:r>
              <a:rPr lang="en-US" sz="2800" dirty="0">
                <a:solidFill>
                  <a:srgbClr val="1E293B"/>
                </a:solidFill>
              </a:rPr>
              <a:t>formatted tables + text</a:t>
            </a:r>
            <a:endParaRPr lang="en-US" sz="2800" dirty="0"/>
          </a:p>
        </p:txBody>
      </p:sp>
      <p:sp>
        <p:nvSpPr>
          <p:cNvPr id="11" name="Text 9"/>
          <p:cNvSpPr/>
          <p:nvPr/>
        </p:nvSpPr>
        <p:spPr>
          <a:xfrm>
            <a:off x="1097280" y="4754880"/>
            <a:ext cx="9966960" cy="731520"/>
          </a:xfrm>
          <a:prstGeom prst="rect">
            <a:avLst/>
          </a:prstGeom>
          <a:solidFill>
            <a:srgbClr val="F1F5F9"/>
          </a:solidFill>
          <a:ln w="10160">
            <a:solidFill>
              <a:srgbClr val="CBD5E1"/>
            </a:solidFill>
          </a:ln>
        </p:spPr>
        <p:txBody>
          <a:bodyPr wrap="square" lIns="1524" tIns="1524" rIns="1524" bIns="1524" rtlCol="0" anchor="ctr">
            <a:noAutofit/>
          </a:bodyPr>
          <a:lstStyle/>
          <a:p>
            <a:pPr marL="0" indent="0">
              <a:buNone/>
            </a:pPr>
            <a:r>
              <a:rPr lang="en-US" sz="2400" dirty="0">
                <a:solidFill>
                  <a:srgbClr val="0F172A"/>
                </a:solidFill>
                <a:latin typeface="Courier New" pitchFamily="34" charset="0"/>
                <a:ea typeface="Courier New" pitchFamily="34" charset="-122"/>
                <a:cs typeface="Courier New" pitchFamily="34" charset="-120"/>
              </a:rPr>
              <a:t>     </a:t>
            </a:r>
            <a:r>
              <a:rPr lang="en-US" sz="2400" dirty="0" err="1">
                <a:solidFill>
                  <a:srgbClr val="0F172A"/>
                </a:solidFill>
                <a:latin typeface="Courier New" pitchFamily="34" charset="0"/>
                <a:ea typeface="Courier New" pitchFamily="34" charset="-122"/>
                <a:cs typeface="Courier New" pitchFamily="34" charset="-120"/>
              </a:rPr>
              <a:t>ggsave</a:t>
            </a:r>
            <a:r>
              <a:rPr lang="en-US" sz="2400" dirty="0">
                <a:solidFill>
                  <a:srgbClr val="0F172A"/>
                </a:solidFill>
                <a:latin typeface="Courier New" pitchFamily="34" charset="0"/>
                <a:ea typeface="Courier New" pitchFamily="34" charset="-122"/>
                <a:cs typeface="Courier New" pitchFamily="34" charset="-120"/>
              </a:rPr>
              <a:t>(..., device = ragg::agg_png, dpi = 600)</a:t>
            </a:r>
            <a:endParaRPr lang="en-US" sz="2400" dirty="0"/>
          </a:p>
          <a:p>
            <a:pPr marL="0" indent="0">
              <a:buNone/>
            </a:pPr>
            <a:r>
              <a:rPr lang="en-US" sz="2400" dirty="0">
                <a:solidFill>
                  <a:srgbClr val="0F172A"/>
                </a:solidFill>
                <a:latin typeface="Courier New" pitchFamily="34" charset="0"/>
                <a:ea typeface="Courier New" pitchFamily="34" charset="-122"/>
                <a:cs typeface="Courier New" pitchFamily="34" charset="-120"/>
              </a:rPr>
              <a:t>     </a:t>
            </a:r>
            <a:r>
              <a:rPr lang="en-US" sz="2400" dirty="0" err="1">
                <a:solidFill>
                  <a:srgbClr val="0F172A"/>
                </a:solidFill>
                <a:latin typeface="Courier New" pitchFamily="34" charset="0"/>
                <a:ea typeface="Courier New" pitchFamily="34" charset="-122"/>
                <a:cs typeface="Courier New" pitchFamily="34" charset="-120"/>
              </a:rPr>
              <a:t>read_docx</a:t>
            </a:r>
            <a:r>
              <a:rPr lang="en-US" sz="2400" dirty="0">
                <a:solidFill>
                  <a:srgbClr val="0F172A"/>
                </a:solidFill>
                <a:latin typeface="Courier New" pitchFamily="34" charset="0"/>
                <a:ea typeface="Courier New" pitchFamily="34" charset="-122"/>
                <a:cs typeface="Courier New" pitchFamily="34" charset="-120"/>
              </a:rPr>
              <a:t>() + flextable()</a:t>
            </a:r>
            <a:endParaRPr lang="en-US" sz="2400" dirty="0"/>
          </a:p>
        </p:txBody>
      </p:sp>
      <p:sp>
        <p:nvSpPr>
          <p:cNvPr id="12" name="Shape 10"/>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3" name="Text 11"/>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Curvigrams and sensitivity analysis</a:t>
            </a:r>
            <a:endParaRPr lang="en-US" sz="750" dirty="0"/>
          </a:p>
        </p:txBody>
      </p:sp>
      <p:sp>
        <p:nvSpPr>
          <p:cNvPr id="14" name="TextBox 13"/>
          <p:cNvSpPr txBox="1"/>
          <p:nvPr/>
        </p:nvSpPr>
        <p:spPr>
          <a:xfrm>
            <a:off x="11064240" y="6556248"/>
            <a:ext cx="502920" cy="182880"/>
          </a:xfrm>
          <a:prstGeom prst="rect">
            <a:avLst/>
          </a:prstGeom>
          <a:noFill/>
        </p:spPr>
        <p:txBody>
          <a:bodyPr wrap="none">
            <a:spAutoFit/>
          </a:bodyPr>
          <a:lstStyle/>
          <a:p>
            <a:pPr algn="r"/>
            <a:fld id="{948E244C-B200-4CA8-9B3D-CC09B8E8E374}" type="slidenum">
              <a:rPr lang="en-US" sz="700">
                <a:solidFill>
                  <a:srgbClr val="6E7B86"/>
                </a:solidFill>
              </a:rPr>
              <a:t>35</a:t>
            </a:fld>
            <a:endParaRPr lang="en-US" sz="700">
              <a:solidFill>
                <a:srgbClr val="6E7B86"/>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85800" y="868680"/>
            <a:ext cx="1097280" cy="594360"/>
          </a:xfrm>
          <a:prstGeom prst="rect">
            <a:avLst/>
          </a:prstGeom>
          <a:noFill/>
          <a:ln/>
        </p:spPr>
        <p:txBody>
          <a:bodyPr wrap="square" lIns="0" tIns="0" rIns="0" bIns="0" rtlCol="0" anchor="ctr"/>
          <a:lstStyle/>
          <a:p>
            <a:pPr marL="0" indent="0">
              <a:buNone/>
            </a:pPr>
            <a:r>
              <a:rPr lang="en-US" sz="3200" b="1" dirty="0">
                <a:solidFill>
                  <a:srgbClr val="C96D32"/>
                </a:solidFill>
                <a:latin typeface="Aptos Display" pitchFamily="34" charset="0"/>
                <a:ea typeface="Aptos Display" pitchFamily="34" charset="-122"/>
                <a:cs typeface="Aptos Display" pitchFamily="34" charset="-120"/>
              </a:rPr>
              <a:t>04</a:t>
            </a:r>
            <a:endParaRPr lang="en-US" sz="3200" dirty="0"/>
          </a:p>
        </p:txBody>
      </p:sp>
      <p:sp>
        <p:nvSpPr>
          <p:cNvPr id="3" name="Text 1"/>
          <p:cNvSpPr/>
          <p:nvPr/>
        </p:nvSpPr>
        <p:spPr>
          <a:xfrm>
            <a:off x="685800" y="1874520"/>
            <a:ext cx="10789920" cy="731520"/>
          </a:xfrm>
          <a:prstGeom prst="rect">
            <a:avLst/>
          </a:prstGeom>
          <a:noFill/>
          <a:ln/>
        </p:spPr>
        <p:txBody>
          <a:bodyPr wrap="square" lIns="0" tIns="0" rIns="0" bIns="0" rtlCol="0" anchor="ctr"/>
          <a:lstStyle/>
          <a:p>
            <a:pPr marL="0" indent="0">
              <a:buNone/>
            </a:pPr>
            <a:r>
              <a:rPr lang="en-US" sz="3800" b="1" dirty="0">
                <a:solidFill>
                  <a:srgbClr val="17324D"/>
                </a:solidFill>
                <a:latin typeface="Aptos Display" pitchFamily="34" charset="0"/>
                <a:ea typeface="Aptos Display" pitchFamily="34" charset="-122"/>
                <a:cs typeface="Aptos Display" pitchFamily="34" charset="-120"/>
              </a:rPr>
              <a:t>Comparison, AI assistance and takeaways</a:t>
            </a:r>
            <a:endParaRPr lang="en-US" sz="3800" dirty="0"/>
          </a:p>
        </p:txBody>
      </p:sp>
      <p:sp>
        <p:nvSpPr>
          <p:cNvPr id="4" name="Text 2"/>
          <p:cNvSpPr/>
          <p:nvPr/>
        </p:nvSpPr>
        <p:spPr>
          <a:xfrm>
            <a:off x="713232" y="2761488"/>
            <a:ext cx="10058400" cy="914400"/>
          </a:xfrm>
          <a:prstGeom prst="rect">
            <a:avLst/>
          </a:prstGeom>
          <a:noFill/>
          <a:ln/>
        </p:spPr>
        <p:txBody>
          <a:bodyPr wrap="square" lIns="0" tIns="0" rIns="0" bIns="0" rtlCol="0" anchor="ctr">
            <a:normAutofit/>
          </a:bodyPr>
          <a:lstStyle/>
          <a:p>
            <a:pPr marL="0" indent="0">
              <a:buNone/>
            </a:pPr>
            <a:r>
              <a:rPr lang="en-US" sz="2800" dirty="0">
                <a:solidFill>
                  <a:srgbClr val="64748B"/>
                </a:solidFill>
                <a:latin typeface="Aptos" pitchFamily="34" charset="0"/>
                <a:ea typeface="Aptos" pitchFamily="34" charset="-122"/>
                <a:cs typeface="Aptos" pitchFamily="34" charset="-120"/>
              </a:rPr>
              <a:t>A final warning about pooled data, then tools for working independently after the workshop.</a:t>
            </a:r>
            <a:endParaRPr lang="en-US" sz="2800" dirty="0"/>
          </a:p>
        </p:txBody>
      </p:sp>
      <p:sp>
        <p:nvSpPr>
          <p:cNvPr id="5" name="Shape 3"/>
          <p:cNvSpPr/>
          <p:nvPr/>
        </p:nvSpPr>
        <p:spPr>
          <a:xfrm>
            <a:off x="713232" y="4005072"/>
            <a:ext cx="6035040" cy="0"/>
          </a:xfrm>
          <a:prstGeom prst="line">
            <a:avLst/>
          </a:prstGeom>
          <a:noFill/>
          <a:ln w="38100">
            <a:solidFill>
              <a:srgbClr val="C96D32"/>
            </a:solidFill>
            <a:prstDash val="solid"/>
          </a:ln>
        </p:spPr>
        <p:txBody>
          <a:bodyPr/>
          <a:lstStyle/>
          <a:p>
            <a:endParaRPr lang="en-US"/>
          </a:p>
        </p:txBody>
      </p:sp>
      <p:sp>
        <p:nvSpPr>
          <p:cNvPr id="6" name="Shape 4"/>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8" name="Text 6"/>
          <p:cNvSpPr/>
          <p:nvPr/>
        </p:nvSpPr>
        <p:spPr>
          <a:xfrm>
            <a:off x="11064240" y="6556248"/>
            <a:ext cx="502920" cy="182880"/>
          </a:xfrm>
          <a:prstGeom prst="rect">
            <a:avLst/>
          </a:prstGeom>
          <a:noFill/>
          <a:ln/>
        </p:spPr>
        <p:txBody>
          <a:bodyPr wrap="square" lIns="0" tIns="0" rIns="0" bIns="0" rtlCol="0" anchor="ctr"/>
          <a:lstStyle/>
          <a:p>
            <a:pPr marL="0" indent="0" algn="r">
              <a:buNone/>
            </a:pPr>
            <a:r>
              <a:rPr lang="en-US" sz="750" dirty="0">
                <a:solidFill>
                  <a:srgbClr val="64748B"/>
                </a:solidFill>
                <a:latin typeface="Aptos" pitchFamily="34" charset="0"/>
                <a:ea typeface="Aptos" pitchFamily="34" charset="-122"/>
                <a:cs typeface="Aptos" pitchFamily="34" charset="-120"/>
              </a:rPr>
              <a:t> </a:t>
            </a:r>
            <a:endParaRPr lang="en-US" sz="750" dirty="0"/>
          </a:p>
        </p:txBody>
      </p:sp>
      <p:sp>
        <p:nvSpPr>
          <p:cNvPr id="9" name="TextBox 8"/>
          <p:cNvSpPr txBox="1"/>
          <p:nvPr/>
        </p:nvSpPr>
        <p:spPr>
          <a:xfrm>
            <a:off x="11064240" y="6556248"/>
            <a:ext cx="502920" cy="182880"/>
          </a:xfrm>
          <a:prstGeom prst="rect">
            <a:avLst/>
          </a:prstGeom>
          <a:noFill/>
        </p:spPr>
        <p:txBody>
          <a:bodyPr wrap="none">
            <a:spAutoFit/>
          </a:bodyPr>
          <a:lstStyle/>
          <a:p>
            <a:pPr algn="r"/>
            <a:fld id="{45AAC7D8-975F-4866-BEA3-404826B856EF}" type="slidenum">
              <a:rPr lang="en-US" sz="700">
                <a:solidFill>
                  <a:srgbClr val="6E7B86"/>
                </a:solidFill>
              </a:rPr>
              <a:t>36</a:t>
            </a:fld>
            <a:endParaRPr lang="en-US" sz="700">
              <a:solidFill>
                <a:srgbClr val="6E7B86"/>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OPTIONAL / TAKE-HOME</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Dataset 3: when pooling hides structure</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6" name="Text 3"/>
          <p:cNvSpPr/>
          <p:nvPr/>
        </p:nvSpPr>
        <p:spPr>
          <a:xfrm>
            <a:off x="5120640" y="1508760"/>
            <a:ext cx="4754880" cy="329184"/>
          </a:xfrm>
          <a:prstGeom prst="rect">
            <a:avLst/>
          </a:prstGeom>
          <a:noFill/>
          <a:ln/>
        </p:spPr>
        <p:txBody>
          <a:bodyPr wrap="square" lIns="635" tIns="635" rIns="635" bIns="635" rtlCol="0" anchor="t">
            <a:noAutofit/>
          </a:bodyPr>
          <a:lstStyle/>
          <a:p>
            <a:pPr marL="0" indent="0" algn="l">
              <a:buNone/>
            </a:pPr>
            <a:r>
              <a:rPr lang="en-US" sz="2800" b="1" dirty="0">
                <a:solidFill>
                  <a:srgbClr val="17324D"/>
                </a:solidFill>
                <a:latin typeface="Aptos" pitchFamily="34" charset="0"/>
                <a:ea typeface="Aptos" pitchFamily="34" charset="-122"/>
                <a:cs typeface="Aptos" pitchFamily="34" charset="-120"/>
              </a:rPr>
              <a:t>Pooled sample:</a:t>
            </a:r>
            <a:endParaRPr lang="en-US" sz="2800" dirty="0"/>
          </a:p>
        </p:txBody>
      </p:sp>
      <p:sp>
        <p:nvSpPr>
          <p:cNvPr id="7" name="Text 4"/>
          <p:cNvSpPr/>
          <p:nvPr/>
        </p:nvSpPr>
        <p:spPr>
          <a:xfrm>
            <a:off x="5120640" y="1993392"/>
            <a:ext cx="4023360" cy="731520"/>
          </a:xfrm>
          <a:prstGeom prst="rect">
            <a:avLst/>
          </a:prstGeom>
          <a:noFill/>
          <a:ln/>
        </p:spPr>
        <p:txBody>
          <a:bodyPr wrap="square" lIns="635" tIns="635" rIns="635" bIns="635" rtlCol="0" anchor="t">
            <a:normAutofit lnSpcReduction="10000"/>
          </a:bodyPr>
          <a:lstStyle/>
          <a:p>
            <a:pPr marL="0" indent="0" algn="l">
              <a:buNone/>
            </a:pPr>
            <a:r>
              <a:rPr lang="en-US" sz="2400" b="1" dirty="0">
                <a:solidFill>
                  <a:srgbClr val="B84A4A"/>
                </a:solidFill>
                <a:latin typeface="Aptos" pitchFamily="34" charset="0"/>
                <a:ea typeface="Aptos" pitchFamily="34" charset="-122"/>
                <a:cs typeface="Aptos" pitchFamily="34" charset="-120"/>
              </a:rPr>
              <a:t>R-bar = 0.007</a:t>
            </a:r>
            <a:endParaRPr lang="en-US" sz="2400" dirty="0"/>
          </a:p>
          <a:p>
            <a:pPr marL="0" indent="0" algn="l">
              <a:buNone/>
            </a:pPr>
            <a:r>
              <a:rPr lang="en-US" sz="2400" b="1" dirty="0">
                <a:solidFill>
                  <a:srgbClr val="B84A4A"/>
                </a:solidFill>
                <a:latin typeface="Aptos" pitchFamily="34" charset="0"/>
                <a:ea typeface="Aptos" pitchFamily="34" charset="-122"/>
                <a:cs typeface="Aptos" pitchFamily="34" charset="-120"/>
              </a:rPr>
              <a:t>Rayleigh p = .998</a:t>
            </a:r>
            <a:endParaRPr lang="en-US" sz="2400" dirty="0"/>
          </a:p>
        </p:txBody>
      </p:sp>
      <p:sp>
        <p:nvSpPr>
          <p:cNvPr id="8" name="Text 5"/>
          <p:cNvSpPr/>
          <p:nvPr/>
        </p:nvSpPr>
        <p:spPr>
          <a:xfrm>
            <a:off x="5120640" y="3246120"/>
            <a:ext cx="5029200" cy="749808"/>
          </a:xfrm>
          <a:prstGeom prst="rect">
            <a:avLst/>
          </a:prstGeom>
          <a:solidFill>
            <a:srgbClr val="FFF8E8"/>
          </a:solidFill>
          <a:ln w="15240">
            <a:solidFill>
              <a:srgbClr val="D99A2B"/>
            </a:solidFill>
          </a:ln>
        </p:spPr>
        <p:txBody>
          <a:bodyPr wrap="square" lIns="1778" tIns="1778" rIns="1778" bIns="1778" rtlCol="0" anchor="ctr">
            <a:noAutofit/>
          </a:bodyPr>
          <a:lstStyle/>
          <a:p>
            <a:pPr marL="0" indent="0">
              <a:buNone/>
            </a:pPr>
            <a:r>
              <a:rPr lang="en-US" sz="2600" dirty="0">
                <a:solidFill>
                  <a:srgbClr val="1E293B"/>
                </a:solidFill>
                <a:latin typeface="Aptos" pitchFamily="34" charset="0"/>
                <a:ea typeface="Aptos" pitchFamily="34" charset="-122"/>
                <a:cs typeface="Aptos" pitchFamily="34" charset="-120"/>
              </a:rPr>
              <a:t>But the rose diagram is visibly bimodal — not genuinely uniform.</a:t>
            </a:r>
            <a:endParaRPr lang="en-US" sz="2600" dirty="0"/>
          </a:p>
        </p:txBody>
      </p:sp>
      <p:sp>
        <p:nvSpPr>
          <p:cNvPr id="9" name="Text 6"/>
          <p:cNvSpPr/>
          <p:nvPr/>
        </p:nvSpPr>
        <p:spPr>
          <a:xfrm>
            <a:off x="5120640" y="4475226"/>
            <a:ext cx="5212080" cy="978408"/>
          </a:xfrm>
          <a:prstGeom prst="rect">
            <a:avLst/>
          </a:prstGeom>
          <a:noFill/>
          <a:ln/>
        </p:spPr>
        <p:txBody>
          <a:bodyPr wrap="square" lIns="635" tIns="635" rIns="635" bIns="635" rtlCol="0" anchor="t">
            <a:noAutofit/>
          </a:bodyPr>
          <a:lstStyle/>
          <a:p>
            <a:pPr marL="0" indent="0" algn="l">
              <a:buNone/>
            </a:pPr>
            <a:r>
              <a:rPr lang="en-US" sz="2600" dirty="0">
                <a:solidFill>
                  <a:srgbClr val="1E293B"/>
                </a:solidFill>
                <a:latin typeface="Aptos" pitchFamily="34" charset="0"/>
                <a:ea typeface="Aptos" pitchFamily="34" charset="-122"/>
                <a:cs typeface="Aptos" pitchFamily="34" charset="-120"/>
              </a:rPr>
              <a:t>The problem is vector cancellation from two opposite traditions.</a:t>
            </a:r>
            <a:endParaRPr lang="en-US" sz="2600" dirty="0"/>
          </a:p>
        </p:txBody>
      </p:sp>
      <p:sp>
        <p:nvSpPr>
          <p:cNvPr id="10" name="Shape 7"/>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1" name="Text 8"/>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Comparison, AI and takeaways</a:t>
            </a:r>
            <a:endParaRPr lang="en-US" sz="750" dirty="0"/>
          </a:p>
        </p:txBody>
      </p:sp>
      <p:sp>
        <p:nvSpPr>
          <p:cNvPr id="13" name="Rectangle 12"/>
          <p:cNvSpPr/>
          <p:nvPr/>
        </p:nvSpPr>
        <p:spPr>
          <a:xfrm>
            <a:off x="749808" y="1298448"/>
            <a:ext cx="3977639" cy="4069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371600" y="1737360"/>
            <a:ext cx="2651760" cy="2651760"/>
          </a:xfrm>
          <a:prstGeom prst="ellipse">
            <a:avLst/>
          </a:prstGeom>
          <a:noFill/>
          <a:ln w="12700">
            <a:solidFill>
              <a:srgbClr val="465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624328" y="1508760"/>
            <a:ext cx="146304" cy="164592"/>
          </a:xfrm>
          <a:prstGeom prst="rect">
            <a:avLst/>
          </a:prstGeom>
          <a:noFill/>
        </p:spPr>
        <p:txBody>
          <a:bodyPr wrap="none" lIns="0" tIns="0" rIns="0" bIns="0">
            <a:spAutoFit/>
          </a:bodyPr>
          <a:lstStyle/>
          <a:p>
            <a:pPr algn="ctr"/>
            <a:r>
              <a:rPr sz="750" b="1">
                <a:solidFill>
                  <a:srgbClr val="646E78"/>
                </a:solidFill>
                <a:latin typeface="Aptos"/>
              </a:rPr>
              <a:t>N</a:t>
            </a:r>
          </a:p>
        </p:txBody>
      </p:sp>
      <p:sp>
        <p:nvSpPr>
          <p:cNvPr id="16" name="TextBox 15"/>
          <p:cNvSpPr txBox="1"/>
          <p:nvPr/>
        </p:nvSpPr>
        <p:spPr>
          <a:xfrm>
            <a:off x="4069080" y="2990088"/>
            <a:ext cx="182880" cy="164592"/>
          </a:xfrm>
          <a:prstGeom prst="rect">
            <a:avLst/>
          </a:prstGeom>
          <a:noFill/>
        </p:spPr>
        <p:txBody>
          <a:bodyPr wrap="none" lIns="0" tIns="0" rIns="0" bIns="0">
            <a:spAutoFit/>
          </a:bodyPr>
          <a:lstStyle/>
          <a:p>
            <a:pPr algn="ctr"/>
            <a:r>
              <a:rPr sz="750" b="1">
                <a:solidFill>
                  <a:srgbClr val="646E78"/>
                </a:solidFill>
                <a:latin typeface="Aptos"/>
              </a:rPr>
              <a:t>E</a:t>
            </a:r>
          </a:p>
        </p:txBody>
      </p:sp>
      <p:sp>
        <p:nvSpPr>
          <p:cNvPr id="17" name="TextBox 16"/>
          <p:cNvSpPr txBox="1"/>
          <p:nvPr/>
        </p:nvSpPr>
        <p:spPr>
          <a:xfrm>
            <a:off x="2624328" y="4434840"/>
            <a:ext cx="146304" cy="164592"/>
          </a:xfrm>
          <a:prstGeom prst="rect">
            <a:avLst/>
          </a:prstGeom>
          <a:noFill/>
        </p:spPr>
        <p:txBody>
          <a:bodyPr wrap="none" lIns="0" tIns="0" rIns="0" bIns="0">
            <a:spAutoFit/>
          </a:bodyPr>
          <a:lstStyle/>
          <a:p>
            <a:pPr algn="ctr"/>
            <a:r>
              <a:rPr sz="750" b="1">
                <a:solidFill>
                  <a:srgbClr val="646E78"/>
                </a:solidFill>
                <a:latin typeface="Aptos"/>
              </a:rPr>
              <a:t>S</a:t>
            </a:r>
          </a:p>
        </p:txBody>
      </p:sp>
      <p:sp>
        <p:nvSpPr>
          <p:cNvPr id="18" name="TextBox 17"/>
          <p:cNvSpPr txBox="1"/>
          <p:nvPr/>
        </p:nvSpPr>
        <p:spPr>
          <a:xfrm>
            <a:off x="1143000" y="2990088"/>
            <a:ext cx="182880" cy="164592"/>
          </a:xfrm>
          <a:prstGeom prst="rect">
            <a:avLst/>
          </a:prstGeom>
          <a:noFill/>
        </p:spPr>
        <p:txBody>
          <a:bodyPr wrap="none" lIns="0" tIns="0" rIns="0" bIns="0">
            <a:spAutoFit/>
          </a:bodyPr>
          <a:lstStyle/>
          <a:p>
            <a:pPr algn="ctr"/>
            <a:r>
              <a:rPr sz="750" b="1">
                <a:solidFill>
                  <a:srgbClr val="646E78"/>
                </a:solidFill>
                <a:latin typeface="Aptos"/>
              </a:rPr>
              <a:t>W</a:t>
            </a:r>
          </a:p>
        </p:txBody>
      </p:sp>
      <p:cxnSp>
        <p:nvCxnSpPr>
          <p:cNvPr id="19" name="Connector 18"/>
          <p:cNvCxnSpPr/>
          <p:nvPr/>
        </p:nvCxnSpPr>
        <p:spPr>
          <a:xfrm flipV="1">
            <a:off x="2697480" y="2885435"/>
            <a:ext cx="836504" cy="177805"/>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483692" y="2835143"/>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flipV="1">
            <a:off x="2697480" y="2944050"/>
            <a:ext cx="1134010" cy="119190"/>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3781198" y="2893758"/>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a:off x="2697480" y="3063240"/>
            <a:ext cx="1048876" cy="18308"/>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3696064" y="3031256"/>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a:off x="2697480" y="3063240"/>
            <a:ext cx="793807" cy="83432"/>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3440995" y="3096380"/>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7" name="Connector 26"/>
          <p:cNvCxnSpPr/>
          <p:nvPr/>
        </p:nvCxnSpPr>
        <p:spPr>
          <a:xfrm flipH="1">
            <a:off x="1916742" y="3063240"/>
            <a:ext cx="780738" cy="165950"/>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1866450" y="3178898"/>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Connector 28"/>
          <p:cNvCxnSpPr/>
          <p:nvPr/>
        </p:nvCxnSpPr>
        <p:spPr>
          <a:xfrm flipH="1">
            <a:off x="1561562" y="3063240"/>
            <a:ext cx="1135918" cy="99379"/>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511270" y="3112327"/>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p:cNvCxnSpPr/>
          <p:nvPr/>
        </p:nvCxnSpPr>
        <p:spPr>
          <a:xfrm flipH="1" flipV="1">
            <a:off x="1728852" y="3029414"/>
            <a:ext cx="968628" cy="33826"/>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1678560" y="2979122"/>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p:cNvCxnSpPr/>
          <p:nvPr/>
        </p:nvCxnSpPr>
        <p:spPr>
          <a:xfrm flipH="1" flipV="1">
            <a:off x="2021748" y="2956214"/>
            <a:ext cx="675732" cy="107026"/>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971456" y="2905922"/>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2660904" y="3026664"/>
            <a:ext cx="73152" cy="73152"/>
          </a:xfrm>
          <a:prstGeom prst="ellipse">
            <a:avLst/>
          </a:prstGeom>
          <a:solidFill>
            <a:srgbClr val="163953"/>
          </a:solidFill>
          <a:ln>
            <a:solidFill>
              <a:srgbClr val="1639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507892" y="4718304"/>
            <a:ext cx="2379177" cy="307777"/>
          </a:xfrm>
          <a:prstGeom prst="rect">
            <a:avLst/>
          </a:prstGeom>
          <a:noFill/>
        </p:spPr>
        <p:txBody>
          <a:bodyPr wrap="none" lIns="0" tIns="0" rIns="0" bIns="0">
            <a:spAutoFit/>
          </a:bodyPr>
          <a:lstStyle/>
          <a:p>
            <a:pPr algn="ctr"/>
            <a:r>
              <a:rPr sz="2000" b="1" dirty="0">
                <a:solidFill>
                  <a:srgbClr val="163953"/>
                </a:solidFill>
                <a:latin typeface="Aptos"/>
              </a:rPr>
              <a:t>Pooled rose diagram</a:t>
            </a:r>
          </a:p>
        </p:txBody>
      </p:sp>
      <p:sp>
        <p:nvSpPr>
          <p:cNvPr id="37" name="TextBox 36"/>
          <p:cNvSpPr txBox="1"/>
          <p:nvPr/>
        </p:nvSpPr>
        <p:spPr>
          <a:xfrm>
            <a:off x="1511270" y="5041463"/>
            <a:ext cx="2248436" cy="307777"/>
          </a:xfrm>
          <a:prstGeom prst="rect">
            <a:avLst/>
          </a:prstGeom>
          <a:noFill/>
        </p:spPr>
        <p:txBody>
          <a:bodyPr wrap="none" lIns="0" tIns="0" rIns="0" bIns="0">
            <a:spAutoFit/>
          </a:bodyPr>
          <a:lstStyle/>
          <a:p>
            <a:pPr algn="ctr"/>
            <a:r>
              <a:rPr sz="2000" b="0">
                <a:solidFill>
                  <a:srgbClr val="E58B2E"/>
                </a:solidFill>
                <a:latin typeface="Aptos"/>
              </a:rPr>
              <a:t>two opposite modes</a:t>
            </a:r>
          </a:p>
        </p:txBody>
      </p:sp>
      <p:sp>
        <p:nvSpPr>
          <p:cNvPr id="38" name="TextBox 37"/>
          <p:cNvSpPr txBox="1"/>
          <p:nvPr/>
        </p:nvSpPr>
        <p:spPr>
          <a:xfrm>
            <a:off x="461517" y="5649787"/>
            <a:ext cx="4563365" cy="307777"/>
          </a:xfrm>
          <a:prstGeom prst="rect">
            <a:avLst/>
          </a:prstGeom>
          <a:noFill/>
        </p:spPr>
        <p:txBody>
          <a:bodyPr wrap="none" lIns="0" tIns="0" rIns="0" bIns="0">
            <a:spAutoFit/>
          </a:bodyPr>
          <a:lstStyle/>
          <a:p>
            <a:pPr algn="ctr"/>
            <a:r>
              <a:rPr sz="2000" b="1" dirty="0">
                <a:solidFill>
                  <a:srgbClr val="E58B2E"/>
                </a:solidFill>
                <a:latin typeface="Aptos"/>
              </a:rPr>
              <a:t>Visual diagnosis: bimodal, not uniform.</a:t>
            </a:r>
          </a:p>
        </p:txBody>
      </p:sp>
      <p:sp>
        <p:nvSpPr>
          <p:cNvPr id="39" name="TextBox 38"/>
          <p:cNvSpPr txBox="1"/>
          <p:nvPr/>
        </p:nvSpPr>
        <p:spPr>
          <a:xfrm>
            <a:off x="11064240" y="6556248"/>
            <a:ext cx="502920" cy="182880"/>
          </a:xfrm>
          <a:prstGeom prst="rect">
            <a:avLst/>
          </a:prstGeom>
          <a:noFill/>
        </p:spPr>
        <p:txBody>
          <a:bodyPr wrap="none">
            <a:spAutoFit/>
          </a:bodyPr>
          <a:lstStyle/>
          <a:p>
            <a:pPr algn="r"/>
            <a:fld id="{D9DE8D50-3D24-4AA6-A3D6-A27BE0CBE633}" type="slidenum">
              <a:rPr lang="en-US" sz="700">
                <a:solidFill>
                  <a:srgbClr val="6E7B86"/>
                </a:solidFill>
              </a:rPr>
              <a:t>37</a:t>
            </a:fld>
            <a:endParaRPr lang="en-US" sz="700">
              <a:solidFill>
                <a:srgbClr val="6E7B86"/>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WHY RAYLEIGH CAN MISLEAD</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Vector cancellation: two strong patterns can sum to almost zero</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pic>
        <p:nvPicPr>
          <p:cNvPr id="5" name="Image 0" descr="/mnt/data/SEAC2026_Workshop_v2/01_WORKSHOP/assets/vector_cancellation.png"/>
          <p:cNvPicPr>
            <a:picLocks noChangeAspect="1"/>
          </p:cNvPicPr>
          <p:nvPr/>
        </p:nvPicPr>
        <p:blipFill>
          <a:blip r:embed="rId3"/>
          <a:srcRect l="7172" t="25400" r="5923" b="18201"/>
          <a:stretch>
            <a:fillRect/>
          </a:stretch>
        </p:blipFill>
        <p:spPr>
          <a:xfrm>
            <a:off x="515256" y="1989769"/>
            <a:ext cx="6461575" cy="2201805"/>
          </a:xfrm>
          <a:prstGeom prst="rect">
            <a:avLst/>
          </a:prstGeom>
        </p:spPr>
      </p:pic>
      <p:sp>
        <p:nvSpPr>
          <p:cNvPr id="6" name="Text 3"/>
          <p:cNvSpPr/>
          <p:nvPr/>
        </p:nvSpPr>
        <p:spPr>
          <a:xfrm>
            <a:off x="7309485" y="2220756"/>
            <a:ext cx="4257675" cy="1822127"/>
          </a:xfrm>
          <a:prstGeom prst="rect">
            <a:avLst/>
          </a:prstGeom>
          <a:solidFill>
            <a:srgbClr val="FFF8E8"/>
          </a:solidFill>
          <a:ln w="15240">
            <a:solidFill>
              <a:srgbClr val="D99A2B"/>
            </a:solidFill>
          </a:ln>
        </p:spPr>
        <p:txBody>
          <a:bodyPr wrap="square" lIns="1778" tIns="1778" rIns="1778" bIns="1778" rtlCol="0" anchor="ctr">
            <a:noAutofit/>
          </a:bodyPr>
          <a:lstStyle/>
          <a:p>
            <a:pPr marL="0" indent="0">
              <a:buNone/>
            </a:pPr>
            <a:r>
              <a:rPr lang="en-US" sz="2600" dirty="0">
                <a:solidFill>
                  <a:srgbClr val="1E293B"/>
                </a:solidFill>
                <a:latin typeface="Aptos" pitchFamily="34" charset="0"/>
                <a:ea typeface="Aptos" pitchFamily="34" charset="-122"/>
                <a:cs typeface="Aptos" pitchFamily="34" charset="-120"/>
              </a:rPr>
              <a:t>A non-significant Rayleigh test does not prove uniformity when the distribution is bimodal.</a:t>
            </a:r>
            <a:endParaRPr lang="en-US" sz="2600" dirty="0"/>
          </a:p>
        </p:txBody>
      </p:sp>
      <p:sp>
        <p:nvSpPr>
          <p:cNvPr id="7" name="Text 4"/>
          <p:cNvSpPr/>
          <p:nvPr/>
        </p:nvSpPr>
        <p:spPr>
          <a:xfrm>
            <a:off x="606696" y="4916711"/>
            <a:ext cx="11051904" cy="914400"/>
          </a:xfrm>
          <a:prstGeom prst="rect">
            <a:avLst/>
          </a:prstGeom>
          <a:noFill/>
          <a:ln/>
        </p:spPr>
        <p:txBody>
          <a:bodyPr wrap="square" lIns="635" tIns="635" rIns="635" bIns="635" rtlCol="0" anchor="t">
            <a:noAutofit/>
          </a:bodyPr>
          <a:lstStyle/>
          <a:p>
            <a:pPr marL="0" indent="0" algn="l">
              <a:buNone/>
            </a:pPr>
            <a:r>
              <a:rPr lang="en-US" sz="2500" b="1" dirty="0">
                <a:solidFill>
                  <a:srgbClr val="17324D"/>
                </a:solidFill>
                <a:latin typeface="Aptos" pitchFamily="34" charset="0"/>
                <a:ea typeface="Aptos" pitchFamily="34" charset="-122"/>
                <a:cs typeface="Aptos" pitchFamily="34" charset="-120"/>
              </a:rPr>
              <a:t>Always inspect the plot and the grouping structure before interpreting a test.</a:t>
            </a:r>
            <a:endParaRPr lang="en-US" sz="2500" dirty="0"/>
          </a:p>
        </p:txBody>
      </p:sp>
      <p:sp>
        <p:nvSpPr>
          <p:cNvPr id="8" name="Shape 5"/>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9" name="Text 6"/>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Comparison, AI and takeaways</a:t>
            </a:r>
            <a:endParaRPr lang="en-US" sz="750" dirty="0"/>
          </a:p>
        </p:txBody>
      </p:sp>
      <p:sp>
        <p:nvSpPr>
          <p:cNvPr id="10" name="TextBox 9"/>
          <p:cNvSpPr txBox="1"/>
          <p:nvPr/>
        </p:nvSpPr>
        <p:spPr>
          <a:xfrm>
            <a:off x="11064240" y="6556248"/>
            <a:ext cx="502920" cy="182880"/>
          </a:xfrm>
          <a:prstGeom prst="rect">
            <a:avLst/>
          </a:prstGeom>
          <a:noFill/>
        </p:spPr>
        <p:txBody>
          <a:bodyPr wrap="none">
            <a:spAutoFit/>
          </a:bodyPr>
          <a:lstStyle/>
          <a:p>
            <a:pPr algn="r"/>
            <a:fld id="{CFF77600-6953-4A2B-BC2B-AA684470BE1A}" type="slidenum">
              <a:rPr lang="en-US" sz="700">
                <a:solidFill>
                  <a:srgbClr val="6E7B86"/>
                </a:solidFill>
              </a:rPr>
              <a:t>38</a:t>
            </a:fld>
            <a:endParaRPr lang="en-US" sz="700">
              <a:solidFill>
                <a:srgbClr val="6E7B86"/>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SUBGROUP STRUCTURE</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2700" b="1" dirty="0">
                <a:solidFill>
                  <a:srgbClr val="17324D"/>
                </a:solidFill>
                <a:latin typeface="Aptos Display" pitchFamily="34" charset="0"/>
                <a:ea typeface="Aptos Display" pitchFamily="34" charset="-122"/>
                <a:cs typeface="Aptos Display" pitchFamily="34" charset="-120"/>
              </a:rPr>
              <a:t>Separate the traditions before interpreting the test</a:t>
            </a:r>
            <a:endParaRPr lang="en-US" sz="27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12" name="Shape 7"/>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3" name="Text 8"/>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Comparison, AI and takeaways</a:t>
            </a:r>
            <a:endParaRPr lang="en-US" sz="750" dirty="0"/>
          </a:p>
        </p:txBody>
      </p:sp>
      <p:sp>
        <p:nvSpPr>
          <p:cNvPr id="23" name="Oval 22"/>
          <p:cNvSpPr/>
          <p:nvPr/>
        </p:nvSpPr>
        <p:spPr>
          <a:xfrm>
            <a:off x="1165860" y="1897380"/>
            <a:ext cx="2148840" cy="2148840"/>
          </a:xfrm>
          <a:prstGeom prst="ellipse">
            <a:avLst/>
          </a:prstGeom>
          <a:noFill/>
          <a:ln w="12700">
            <a:solidFill>
              <a:srgbClr val="465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8" y="1668780"/>
            <a:ext cx="146304" cy="164592"/>
          </a:xfrm>
          <a:prstGeom prst="rect">
            <a:avLst/>
          </a:prstGeom>
          <a:noFill/>
        </p:spPr>
        <p:txBody>
          <a:bodyPr wrap="none" lIns="0" tIns="0" rIns="0" bIns="0">
            <a:spAutoFit/>
          </a:bodyPr>
          <a:lstStyle/>
          <a:p>
            <a:pPr algn="ctr"/>
            <a:r>
              <a:rPr sz="750" b="1">
                <a:solidFill>
                  <a:srgbClr val="646E78"/>
                </a:solidFill>
                <a:latin typeface="Aptos"/>
              </a:rPr>
              <a:t>N</a:t>
            </a:r>
          </a:p>
        </p:txBody>
      </p:sp>
      <p:sp>
        <p:nvSpPr>
          <p:cNvPr id="25" name="TextBox 24"/>
          <p:cNvSpPr txBox="1"/>
          <p:nvPr/>
        </p:nvSpPr>
        <p:spPr>
          <a:xfrm>
            <a:off x="3360420" y="2898648"/>
            <a:ext cx="182880" cy="164592"/>
          </a:xfrm>
          <a:prstGeom prst="rect">
            <a:avLst/>
          </a:prstGeom>
          <a:noFill/>
        </p:spPr>
        <p:txBody>
          <a:bodyPr wrap="none" lIns="0" tIns="0" rIns="0" bIns="0">
            <a:spAutoFit/>
          </a:bodyPr>
          <a:lstStyle/>
          <a:p>
            <a:pPr algn="ctr"/>
            <a:r>
              <a:rPr sz="750" b="1">
                <a:solidFill>
                  <a:srgbClr val="646E78"/>
                </a:solidFill>
                <a:latin typeface="Aptos"/>
              </a:rPr>
              <a:t>E</a:t>
            </a:r>
          </a:p>
        </p:txBody>
      </p:sp>
      <p:sp>
        <p:nvSpPr>
          <p:cNvPr id="26" name="TextBox 25"/>
          <p:cNvSpPr txBox="1"/>
          <p:nvPr/>
        </p:nvSpPr>
        <p:spPr>
          <a:xfrm>
            <a:off x="2167128" y="4091939"/>
            <a:ext cx="146304" cy="164592"/>
          </a:xfrm>
          <a:prstGeom prst="rect">
            <a:avLst/>
          </a:prstGeom>
          <a:noFill/>
        </p:spPr>
        <p:txBody>
          <a:bodyPr wrap="none" lIns="0" tIns="0" rIns="0" bIns="0">
            <a:spAutoFit/>
          </a:bodyPr>
          <a:lstStyle/>
          <a:p>
            <a:pPr algn="ctr"/>
            <a:r>
              <a:rPr sz="750" b="1">
                <a:solidFill>
                  <a:srgbClr val="646E78"/>
                </a:solidFill>
                <a:latin typeface="Aptos"/>
              </a:rPr>
              <a:t>S</a:t>
            </a:r>
          </a:p>
        </p:txBody>
      </p:sp>
      <p:sp>
        <p:nvSpPr>
          <p:cNvPr id="27" name="TextBox 26"/>
          <p:cNvSpPr txBox="1"/>
          <p:nvPr/>
        </p:nvSpPr>
        <p:spPr>
          <a:xfrm>
            <a:off x="937260" y="2898648"/>
            <a:ext cx="182880" cy="164592"/>
          </a:xfrm>
          <a:prstGeom prst="rect">
            <a:avLst/>
          </a:prstGeom>
          <a:noFill/>
        </p:spPr>
        <p:txBody>
          <a:bodyPr wrap="none" lIns="0" tIns="0" rIns="0" bIns="0">
            <a:spAutoFit/>
          </a:bodyPr>
          <a:lstStyle/>
          <a:p>
            <a:pPr algn="ctr"/>
            <a:r>
              <a:rPr sz="750" b="1">
                <a:solidFill>
                  <a:srgbClr val="646E78"/>
                </a:solidFill>
                <a:latin typeface="Aptos"/>
              </a:rPr>
              <a:t>W</a:t>
            </a:r>
          </a:p>
        </p:txBody>
      </p:sp>
      <p:cxnSp>
        <p:nvCxnSpPr>
          <p:cNvPr id="28" name="Connector 27"/>
          <p:cNvCxnSpPr/>
          <p:nvPr/>
        </p:nvCxnSpPr>
        <p:spPr>
          <a:xfrm flipV="1">
            <a:off x="2240280" y="2831720"/>
            <a:ext cx="488513" cy="140080"/>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2678501" y="2781428"/>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flipV="1">
            <a:off x="2240280" y="2846648"/>
            <a:ext cx="709771" cy="125152"/>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2899759" y="2796356"/>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2" name="Connector 31"/>
          <p:cNvCxnSpPr/>
          <p:nvPr/>
        </p:nvCxnSpPr>
        <p:spPr>
          <a:xfrm flipV="1">
            <a:off x="2240280" y="2875215"/>
            <a:ext cx="918939" cy="96585"/>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3108927" y="2824923"/>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Connector 33"/>
          <p:cNvCxnSpPr/>
          <p:nvPr/>
        </p:nvCxnSpPr>
        <p:spPr>
          <a:xfrm flipV="1">
            <a:off x="2240280" y="2944389"/>
            <a:ext cx="784922" cy="27411"/>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2974910" y="2894097"/>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6" name="Connector 35"/>
          <p:cNvCxnSpPr/>
          <p:nvPr/>
        </p:nvCxnSpPr>
        <p:spPr>
          <a:xfrm>
            <a:off x="2240280" y="2971800"/>
            <a:ext cx="506962" cy="35450"/>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2696950" y="2956958"/>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2203704" y="2935224"/>
            <a:ext cx="73152" cy="73152"/>
          </a:xfrm>
          <a:prstGeom prst="ellipse">
            <a:avLst/>
          </a:prstGeom>
          <a:solidFill>
            <a:srgbClr val="163953"/>
          </a:solidFill>
          <a:ln>
            <a:solidFill>
              <a:srgbClr val="1639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575034" y="4375404"/>
            <a:ext cx="1330492" cy="430887"/>
          </a:xfrm>
          <a:prstGeom prst="rect">
            <a:avLst/>
          </a:prstGeom>
          <a:noFill/>
        </p:spPr>
        <p:txBody>
          <a:bodyPr wrap="none" lIns="0" tIns="0" rIns="0" bIns="0">
            <a:spAutoFit/>
          </a:bodyPr>
          <a:lstStyle/>
          <a:p>
            <a:pPr algn="ctr"/>
            <a:r>
              <a:rPr sz="2800" b="1" dirty="0">
                <a:solidFill>
                  <a:srgbClr val="163953"/>
                </a:solidFill>
                <a:latin typeface="Aptos"/>
              </a:rPr>
              <a:t>Morning</a:t>
            </a:r>
          </a:p>
        </p:txBody>
      </p:sp>
      <p:sp>
        <p:nvSpPr>
          <p:cNvPr id="40" name="TextBox 39"/>
          <p:cNvSpPr txBox="1"/>
          <p:nvPr/>
        </p:nvSpPr>
        <p:spPr>
          <a:xfrm>
            <a:off x="1552591" y="4831937"/>
            <a:ext cx="1375377" cy="369332"/>
          </a:xfrm>
          <a:prstGeom prst="rect">
            <a:avLst/>
          </a:prstGeom>
          <a:noFill/>
        </p:spPr>
        <p:txBody>
          <a:bodyPr wrap="none" lIns="0" tIns="0" rIns="0" bIns="0">
            <a:spAutoFit/>
          </a:bodyPr>
          <a:lstStyle/>
          <a:p>
            <a:pPr algn="ctr"/>
            <a:r>
              <a:rPr sz="2400" b="0" dirty="0">
                <a:solidFill>
                  <a:srgbClr val="E58B2E"/>
                </a:solidFill>
                <a:latin typeface="Aptos"/>
              </a:rPr>
              <a:t>R-bar .992</a:t>
            </a:r>
          </a:p>
        </p:txBody>
      </p:sp>
      <p:sp>
        <p:nvSpPr>
          <p:cNvPr id="41" name="Oval 40"/>
          <p:cNvSpPr/>
          <p:nvPr/>
        </p:nvSpPr>
        <p:spPr>
          <a:xfrm>
            <a:off x="5006340" y="1897380"/>
            <a:ext cx="2148840" cy="2148840"/>
          </a:xfrm>
          <a:prstGeom prst="ellipse">
            <a:avLst/>
          </a:prstGeom>
          <a:noFill/>
          <a:ln w="12700">
            <a:solidFill>
              <a:srgbClr val="465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007608" y="1668780"/>
            <a:ext cx="146304" cy="164592"/>
          </a:xfrm>
          <a:prstGeom prst="rect">
            <a:avLst/>
          </a:prstGeom>
          <a:noFill/>
        </p:spPr>
        <p:txBody>
          <a:bodyPr wrap="none" lIns="0" tIns="0" rIns="0" bIns="0">
            <a:spAutoFit/>
          </a:bodyPr>
          <a:lstStyle/>
          <a:p>
            <a:pPr algn="ctr"/>
            <a:r>
              <a:rPr sz="750" b="1">
                <a:solidFill>
                  <a:srgbClr val="646E78"/>
                </a:solidFill>
                <a:latin typeface="Aptos"/>
              </a:rPr>
              <a:t>N</a:t>
            </a:r>
          </a:p>
        </p:txBody>
      </p:sp>
      <p:sp>
        <p:nvSpPr>
          <p:cNvPr id="43" name="TextBox 42"/>
          <p:cNvSpPr txBox="1"/>
          <p:nvPr/>
        </p:nvSpPr>
        <p:spPr>
          <a:xfrm>
            <a:off x="7200900" y="2898648"/>
            <a:ext cx="182880" cy="164592"/>
          </a:xfrm>
          <a:prstGeom prst="rect">
            <a:avLst/>
          </a:prstGeom>
          <a:noFill/>
        </p:spPr>
        <p:txBody>
          <a:bodyPr wrap="none" lIns="0" tIns="0" rIns="0" bIns="0">
            <a:spAutoFit/>
          </a:bodyPr>
          <a:lstStyle/>
          <a:p>
            <a:pPr algn="ctr"/>
            <a:r>
              <a:rPr sz="750" b="1">
                <a:solidFill>
                  <a:srgbClr val="646E78"/>
                </a:solidFill>
                <a:latin typeface="Aptos"/>
              </a:rPr>
              <a:t>E</a:t>
            </a:r>
          </a:p>
        </p:txBody>
      </p:sp>
      <p:sp>
        <p:nvSpPr>
          <p:cNvPr id="44" name="TextBox 43"/>
          <p:cNvSpPr txBox="1"/>
          <p:nvPr/>
        </p:nvSpPr>
        <p:spPr>
          <a:xfrm>
            <a:off x="6007608" y="4091939"/>
            <a:ext cx="146304" cy="164592"/>
          </a:xfrm>
          <a:prstGeom prst="rect">
            <a:avLst/>
          </a:prstGeom>
          <a:noFill/>
        </p:spPr>
        <p:txBody>
          <a:bodyPr wrap="none" lIns="0" tIns="0" rIns="0" bIns="0">
            <a:spAutoFit/>
          </a:bodyPr>
          <a:lstStyle/>
          <a:p>
            <a:pPr algn="ctr"/>
            <a:r>
              <a:rPr sz="750" b="1">
                <a:solidFill>
                  <a:srgbClr val="646E78"/>
                </a:solidFill>
                <a:latin typeface="Aptos"/>
              </a:rPr>
              <a:t>S</a:t>
            </a:r>
          </a:p>
        </p:txBody>
      </p:sp>
      <p:sp>
        <p:nvSpPr>
          <p:cNvPr id="45" name="TextBox 44"/>
          <p:cNvSpPr txBox="1"/>
          <p:nvPr/>
        </p:nvSpPr>
        <p:spPr>
          <a:xfrm>
            <a:off x="4777740" y="2898648"/>
            <a:ext cx="182880" cy="164592"/>
          </a:xfrm>
          <a:prstGeom prst="rect">
            <a:avLst/>
          </a:prstGeom>
          <a:noFill/>
        </p:spPr>
        <p:txBody>
          <a:bodyPr wrap="none" lIns="0" tIns="0" rIns="0" bIns="0">
            <a:spAutoFit/>
          </a:bodyPr>
          <a:lstStyle/>
          <a:p>
            <a:pPr algn="ctr"/>
            <a:r>
              <a:rPr sz="750" b="1">
                <a:solidFill>
                  <a:srgbClr val="646E78"/>
                </a:solidFill>
                <a:latin typeface="Aptos"/>
              </a:rPr>
              <a:t>W</a:t>
            </a:r>
          </a:p>
        </p:txBody>
      </p:sp>
      <p:cxnSp>
        <p:nvCxnSpPr>
          <p:cNvPr id="46" name="Connector 45"/>
          <p:cNvCxnSpPr/>
          <p:nvPr/>
        </p:nvCxnSpPr>
        <p:spPr>
          <a:xfrm flipH="1">
            <a:off x="5589875" y="2971800"/>
            <a:ext cx="490885" cy="131532"/>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5539583" y="3053040"/>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p:cNvCxnSpPr/>
          <p:nvPr/>
        </p:nvCxnSpPr>
        <p:spPr>
          <a:xfrm flipH="1">
            <a:off x="5303002" y="2971800"/>
            <a:ext cx="777758" cy="109306"/>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5252710" y="3030814"/>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0" name="Connector 49"/>
          <p:cNvCxnSpPr/>
          <p:nvPr/>
        </p:nvCxnSpPr>
        <p:spPr>
          <a:xfrm flipH="1">
            <a:off x="5160274" y="2971800"/>
            <a:ext cx="920486" cy="80532"/>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5109982" y="3002040"/>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2" name="Connector 51"/>
          <p:cNvCxnSpPr/>
          <p:nvPr/>
        </p:nvCxnSpPr>
        <p:spPr>
          <a:xfrm flipH="1">
            <a:off x="5360039" y="2971800"/>
            <a:ext cx="720721" cy="0"/>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5309747" y="2921508"/>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4" name="Connector 53"/>
          <p:cNvCxnSpPr/>
          <p:nvPr/>
        </p:nvCxnSpPr>
        <p:spPr>
          <a:xfrm flipH="1" flipV="1">
            <a:off x="5621290" y="2923507"/>
            <a:ext cx="459470" cy="48293"/>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5570998" y="2873215"/>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044184" y="2935224"/>
            <a:ext cx="73152" cy="73152"/>
          </a:xfrm>
          <a:prstGeom prst="ellipse">
            <a:avLst/>
          </a:prstGeom>
          <a:solidFill>
            <a:srgbClr val="163953"/>
          </a:solidFill>
          <a:ln>
            <a:solidFill>
              <a:srgbClr val="1639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440905" y="4375404"/>
            <a:ext cx="1279709" cy="430887"/>
          </a:xfrm>
          <a:prstGeom prst="rect">
            <a:avLst/>
          </a:prstGeom>
          <a:noFill/>
        </p:spPr>
        <p:txBody>
          <a:bodyPr wrap="none" lIns="0" tIns="0" rIns="0" bIns="0">
            <a:spAutoFit/>
          </a:bodyPr>
          <a:lstStyle/>
          <a:p>
            <a:pPr algn="ctr"/>
            <a:r>
              <a:rPr sz="2800" b="1">
                <a:solidFill>
                  <a:srgbClr val="163953"/>
                </a:solidFill>
                <a:latin typeface="Aptos"/>
              </a:rPr>
              <a:t>Evening</a:t>
            </a:r>
          </a:p>
        </p:txBody>
      </p:sp>
      <p:sp>
        <p:nvSpPr>
          <p:cNvPr id="58" name="TextBox 57"/>
          <p:cNvSpPr txBox="1"/>
          <p:nvPr/>
        </p:nvSpPr>
        <p:spPr>
          <a:xfrm>
            <a:off x="5393071" y="4792455"/>
            <a:ext cx="1375377" cy="369332"/>
          </a:xfrm>
          <a:prstGeom prst="rect">
            <a:avLst/>
          </a:prstGeom>
          <a:noFill/>
        </p:spPr>
        <p:txBody>
          <a:bodyPr wrap="none" lIns="0" tIns="0" rIns="0" bIns="0">
            <a:spAutoFit/>
          </a:bodyPr>
          <a:lstStyle/>
          <a:p>
            <a:pPr algn="ctr"/>
            <a:r>
              <a:rPr sz="2400" b="0" dirty="0">
                <a:solidFill>
                  <a:srgbClr val="E58B2E"/>
                </a:solidFill>
                <a:latin typeface="Aptos"/>
              </a:rPr>
              <a:t>R-bar .988</a:t>
            </a:r>
          </a:p>
        </p:txBody>
      </p:sp>
      <p:sp>
        <p:nvSpPr>
          <p:cNvPr id="59" name="Oval 58"/>
          <p:cNvSpPr/>
          <p:nvPr/>
        </p:nvSpPr>
        <p:spPr>
          <a:xfrm>
            <a:off x="8801100" y="1897380"/>
            <a:ext cx="2148840" cy="2148840"/>
          </a:xfrm>
          <a:prstGeom prst="ellipse">
            <a:avLst/>
          </a:prstGeom>
          <a:noFill/>
          <a:ln w="12700">
            <a:solidFill>
              <a:srgbClr val="465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802368" y="1668780"/>
            <a:ext cx="146304" cy="164592"/>
          </a:xfrm>
          <a:prstGeom prst="rect">
            <a:avLst/>
          </a:prstGeom>
          <a:noFill/>
        </p:spPr>
        <p:txBody>
          <a:bodyPr wrap="none" lIns="0" tIns="0" rIns="0" bIns="0">
            <a:spAutoFit/>
          </a:bodyPr>
          <a:lstStyle/>
          <a:p>
            <a:pPr algn="ctr"/>
            <a:r>
              <a:rPr sz="750" b="1">
                <a:solidFill>
                  <a:srgbClr val="646E78"/>
                </a:solidFill>
                <a:latin typeface="Aptos"/>
              </a:rPr>
              <a:t>N</a:t>
            </a:r>
          </a:p>
        </p:txBody>
      </p:sp>
      <p:sp>
        <p:nvSpPr>
          <p:cNvPr id="61" name="TextBox 60"/>
          <p:cNvSpPr txBox="1"/>
          <p:nvPr/>
        </p:nvSpPr>
        <p:spPr>
          <a:xfrm>
            <a:off x="10995660" y="2898648"/>
            <a:ext cx="182880" cy="164592"/>
          </a:xfrm>
          <a:prstGeom prst="rect">
            <a:avLst/>
          </a:prstGeom>
          <a:noFill/>
        </p:spPr>
        <p:txBody>
          <a:bodyPr wrap="none" lIns="0" tIns="0" rIns="0" bIns="0">
            <a:spAutoFit/>
          </a:bodyPr>
          <a:lstStyle/>
          <a:p>
            <a:pPr algn="ctr"/>
            <a:r>
              <a:rPr sz="750" b="1">
                <a:solidFill>
                  <a:srgbClr val="646E78"/>
                </a:solidFill>
                <a:latin typeface="Aptos"/>
              </a:rPr>
              <a:t>E</a:t>
            </a:r>
          </a:p>
        </p:txBody>
      </p:sp>
      <p:sp>
        <p:nvSpPr>
          <p:cNvPr id="62" name="TextBox 61"/>
          <p:cNvSpPr txBox="1"/>
          <p:nvPr/>
        </p:nvSpPr>
        <p:spPr>
          <a:xfrm>
            <a:off x="9802368" y="4091939"/>
            <a:ext cx="146304" cy="164592"/>
          </a:xfrm>
          <a:prstGeom prst="rect">
            <a:avLst/>
          </a:prstGeom>
          <a:noFill/>
        </p:spPr>
        <p:txBody>
          <a:bodyPr wrap="none" lIns="0" tIns="0" rIns="0" bIns="0">
            <a:spAutoFit/>
          </a:bodyPr>
          <a:lstStyle/>
          <a:p>
            <a:pPr algn="ctr"/>
            <a:r>
              <a:rPr sz="750" b="1">
                <a:solidFill>
                  <a:srgbClr val="646E78"/>
                </a:solidFill>
                <a:latin typeface="Aptos"/>
              </a:rPr>
              <a:t>S</a:t>
            </a:r>
          </a:p>
        </p:txBody>
      </p:sp>
      <p:sp>
        <p:nvSpPr>
          <p:cNvPr id="63" name="TextBox 62"/>
          <p:cNvSpPr txBox="1"/>
          <p:nvPr/>
        </p:nvSpPr>
        <p:spPr>
          <a:xfrm>
            <a:off x="8572500" y="2898648"/>
            <a:ext cx="182880" cy="164592"/>
          </a:xfrm>
          <a:prstGeom prst="rect">
            <a:avLst/>
          </a:prstGeom>
          <a:noFill/>
        </p:spPr>
        <p:txBody>
          <a:bodyPr wrap="none" lIns="0" tIns="0" rIns="0" bIns="0">
            <a:spAutoFit/>
          </a:bodyPr>
          <a:lstStyle/>
          <a:p>
            <a:pPr algn="ctr"/>
            <a:r>
              <a:rPr sz="750" b="1">
                <a:solidFill>
                  <a:srgbClr val="646E78"/>
                </a:solidFill>
                <a:latin typeface="Aptos"/>
              </a:rPr>
              <a:t>W</a:t>
            </a:r>
          </a:p>
        </p:txBody>
      </p:sp>
      <p:cxnSp>
        <p:nvCxnSpPr>
          <p:cNvPr id="64" name="Connector 63"/>
          <p:cNvCxnSpPr/>
          <p:nvPr/>
        </p:nvCxnSpPr>
        <p:spPr>
          <a:xfrm flipV="1">
            <a:off x="9875520" y="2831720"/>
            <a:ext cx="488513" cy="140080"/>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10313741" y="2781428"/>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6" name="Connector 65"/>
          <p:cNvCxnSpPr/>
          <p:nvPr/>
        </p:nvCxnSpPr>
        <p:spPr>
          <a:xfrm flipV="1">
            <a:off x="9875520" y="2846648"/>
            <a:ext cx="709771" cy="125152"/>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67" name="Oval 66"/>
          <p:cNvSpPr/>
          <p:nvPr/>
        </p:nvSpPr>
        <p:spPr>
          <a:xfrm>
            <a:off x="10534999" y="2796356"/>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8" name="Connector 67"/>
          <p:cNvCxnSpPr/>
          <p:nvPr/>
        </p:nvCxnSpPr>
        <p:spPr>
          <a:xfrm flipV="1">
            <a:off x="9875520" y="2875215"/>
            <a:ext cx="918939" cy="96585"/>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10744167" y="2824923"/>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0" name="Connector 69"/>
          <p:cNvCxnSpPr/>
          <p:nvPr/>
        </p:nvCxnSpPr>
        <p:spPr>
          <a:xfrm flipV="1">
            <a:off x="9875520" y="2944389"/>
            <a:ext cx="784922" cy="27411"/>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10610150" y="2894097"/>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2" name="Connector 71"/>
          <p:cNvCxnSpPr/>
          <p:nvPr/>
        </p:nvCxnSpPr>
        <p:spPr>
          <a:xfrm>
            <a:off x="9875520" y="2971800"/>
            <a:ext cx="506962" cy="35450"/>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10332190" y="2956958"/>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4" name="Connector 73"/>
          <p:cNvCxnSpPr/>
          <p:nvPr/>
        </p:nvCxnSpPr>
        <p:spPr>
          <a:xfrm flipH="1">
            <a:off x="9384635" y="2971800"/>
            <a:ext cx="490885" cy="131532"/>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9334343" y="3053040"/>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6" name="Connector 75"/>
          <p:cNvCxnSpPr/>
          <p:nvPr/>
        </p:nvCxnSpPr>
        <p:spPr>
          <a:xfrm flipH="1">
            <a:off x="9097762" y="2971800"/>
            <a:ext cx="777758" cy="109306"/>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77" name="Oval 76"/>
          <p:cNvSpPr/>
          <p:nvPr/>
        </p:nvSpPr>
        <p:spPr>
          <a:xfrm>
            <a:off x="9047470" y="3030814"/>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Connector 77"/>
          <p:cNvCxnSpPr/>
          <p:nvPr/>
        </p:nvCxnSpPr>
        <p:spPr>
          <a:xfrm flipH="1">
            <a:off x="8955034" y="2971800"/>
            <a:ext cx="920486" cy="80532"/>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79" name="Oval 78"/>
          <p:cNvSpPr/>
          <p:nvPr/>
        </p:nvSpPr>
        <p:spPr>
          <a:xfrm>
            <a:off x="8904742" y="3002040"/>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0" name="Connector 79"/>
          <p:cNvCxnSpPr/>
          <p:nvPr/>
        </p:nvCxnSpPr>
        <p:spPr>
          <a:xfrm flipH="1">
            <a:off x="9154799" y="2971800"/>
            <a:ext cx="720721" cy="0"/>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81" name="Oval 80"/>
          <p:cNvSpPr/>
          <p:nvPr/>
        </p:nvSpPr>
        <p:spPr>
          <a:xfrm>
            <a:off x="9104507" y="2921508"/>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2" name="Connector 81"/>
          <p:cNvCxnSpPr/>
          <p:nvPr/>
        </p:nvCxnSpPr>
        <p:spPr>
          <a:xfrm flipH="1" flipV="1">
            <a:off x="9416050" y="2923507"/>
            <a:ext cx="459470" cy="48293"/>
          </a:xfrm>
          <a:prstGeom prst="line">
            <a:avLst/>
          </a:prstGeom>
          <a:ln w="127000">
            <a:solidFill>
              <a:srgbClr val="4487BE"/>
            </a:solidFill>
          </a:ln>
        </p:spPr>
        <p:style>
          <a:lnRef idx="2">
            <a:schemeClr val="accent1"/>
          </a:lnRef>
          <a:fillRef idx="0">
            <a:schemeClr val="accent1"/>
          </a:fillRef>
          <a:effectRef idx="1">
            <a:schemeClr val="accent1"/>
          </a:effectRef>
          <a:fontRef idx="minor">
            <a:schemeClr val="tx1"/>
          </a:fontRef>
        </p:style>
      </p:cxnSp>
      <p:sp>
        <p:nvSpPr>
          <p:cNvPr id="83" name="Oval 82"/>
          <p:cNvSpPr/>
          <p:nvPr/>
        </p:nvSpPr>
        <p:spPr>
          <a:xfrm>
            <a:off x="9365758" y="2873215"/>
            <a:ext cx="100584" cy="100584"/>
          </a:xfrm>
          <a:prstGeom prst="ellipse">
            <a:avLst/>
          </a:prstGeom>
          <a:solidFill>
            <a:srgbClr val="4487BE"/>
          </a:solidFill>
          <a:ln>
            <a:solidFill>
              <a:srgbClr val="4487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9838944" y="2935224"/>
            <a:ext cx="73152" cy="73152"/>
          </a:xfrm>
          <a:prstGeom prst="ellipse">
            <a:avLst/>
          </a:prstGeom>
          <a:solidFill>
            <a:srgbClr val="163953"/>
          </a:solidFill>
          <a:ln>
            <a:solidFill>
              <a:srgbClr val="1639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9309115" y="4375404"/>
            <a:ext cx="1132810" cy="430887"/>
          </a:xfrm>
          <a:prstGeom prst="rect">
            <a:avLst/>
          </a:prstGeom>
          <a:noFill/>
        </p:spPr>
        <p:txBody>
          <a:bodyPr wrap="none" lIns="0" tIns="0" rIns="0" bIns="0">
            <a:spAutoFit/>
          </a:bodyPr>
          <a:lstStyle/>
          <a:p>
            <a:pPr algn="ctr"/>
            <a:r>
              <a:rPr sz="2800" b="1" dirty="0">
                <a:solidFill>
                  <a:srgbClr val="163953"/>
                </a:solidFill>
                <a:latin typeface="Aptos"/>
              </a:rPr>
              <a:t>Pooled</a:t>
            </a:r>
          </a:p>
        </p:txBody>
      </p:sp>
      <p:sp>
        <p:nvSpPr>
          <p:cNvPr id="86" name="TextBox 85"/>
          <p:cNvSpPr txBox="1"/>
          <p:nvPr/>
        </p:nvSpPr>
        <p:spPr>
          <a:xfrm>
            <a:off x="9187831" y="4806291"/>
            <a:ext cx="1375377" cy="369332"/>
          </a:xfrm>
          <a:prstGeom prst="rect">
            <a:avLst/>
          </a:prstGeom>
          <a:noFill/>
        </p:spPr>
        <p:txBody>
          <a:bodyPr wrap="none" lIns="0" tIns="0" rIns="0" bIns="0">
            <a:spAutoFit/>
          </a:bodyPr>
          <a:lstStyle/>
          <a:p>
            <a:pPr algn="ctr"/>
            <a:r>
              <a:rPr sz="2400" b="0" dirty="0">
                <a:solidFill>
                  <a:srgbClr val="E58B2E"/>
                </a:solidFill>
                <a:latin typeface="Aptos"/>
              </a:rPr>
              <a:t>R-bar .007</a:t>
            </a:r>
          </a:p>
        </p:txBody>
      </p:sp>
      <p:sp>
        <p:nvSpPr>
          <p:cNvPr id="87" name="Rounded Rectangle 86"/>
          <p:cNvSpPr/>
          <p:nvPr/>
        </p:nvSpPr>
        <p:spPr>
          <a:xfrm>
            <a:off x="565975" y="5781246"/>
            <a:ext cx="10883265" cy="411480"/>
          </a:xfrm>
          <a:prstGeom prst="roundRect">
            <a:avLst/>
          </a:prstGeom>
          <a:solidFill>
            <a:srgbClr val="E5F3F9"/>
          </a:solidFill>
          <a:ln w="13970">
            <a:solidFill>
              <a:srgbClr val="2799A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dirty="0">
                <a:solidFill>
                  <a:srgbClr val="163953"/>
                </a:solidFill>
                <a:latin typeface="Aptos"/>
              </a:rPr>
              <a:t>Provenance and grouping can matter more than another </a:t>
            </a:r>
            <a:r>
              <a:rPr sz="2800" b="1" i="1" dirty="0">
                <a:solidFill>
                  <a:srgbClr val="163953"/>
                </a:solidFill>
                <a:latin typeface="Aptos"/>
              </a:rPr>
              <a:t>p</a:t>
            </a:r>
            <a:r>
              <a:rPr sz="2800" b="1" dirty="0">
                <a:solidFill>
                  <a:srgbClr val="163953"/>
                </a:solidFill>
                <a:latin typeface="Aptos"/>
              </a:rPr>
              <a:t>-value.</a:t>
            </a:r>
          </a:p>
        </p:txBody>
      </p:sp>
      <p:sp>
        <p:nvSpPr>
          <p:cNvPr id="88" name="TextBox 87"/>
          <p:cNvSpPr txBox="1"/>
          <p:nvPr/>
        </p:nvSpPr>
        <p:spPr>
          <a:xfrm>
            <a:off x="11064240" y="6556248"/>
            <a:ext cx="502920" cy="182880"/>
          </a:xfrm>
          <a:prstGeom prst="rect">
            <a:avLst/>
          </a:prstGeom>
          <a:noFill/>
        </p:spPr>
        <p:txBody>
          <a:bodyPr wrap="none">
            <a:spAutoFit/>
          </a:bodyPr>
          <a:lstStyle/>
          <a:p>
            <a:pPr algn="r"/>
            <a:fld id="{0B875D66-7486-4C17-BE28-DDC726DA23B3}" type="slidenum">
              <a:rPr lang="en-US" sz="700">
                <a:solidFill>
                  <a:srgbClr val="6E7B86"/>
                </a:solidFill>
              </a:rPr>
              <a:t>39</a:t>
            </a:fld>
            <a:endParaRPr lang="en-US" sz="700">
              <a:solidFill>
                <a:srgbClr val="6E7B86"/>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DECISION AID</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2700" b="1" dirty="0">
                <a:solidFill>
                  <a:srgbClr val="17324D"/>
                </a:solidFill>
                <a:latin typeface="Aptos Display" pitchFamily="34" charset="0"/>
                <a:ea typeface="Aptos Display" pitchFamily="34" charset="-122"/>
                <a:cs typeface="Aptos Display" pitchFamily="34" charset="-120"/>
              </a:rPr>
              <a:t>Cookbook: </a:t>
            </a:r>
            <a:r>
              <a:rPr lang="en-US" sz="3000" b="1" dirty="0">
                <a:solidFill>
                  <a:srgbClr val="17324D"/>
                </a:solidFill>
                <a:latin typeface="Aptos Display" pitchFamily="34" charset="0"/>
                <a:ea typeface="Aptos Display" pitchFamily="34" charset="-122"/>
                <a:cs typeface="Aptos Display" pitchFamily="34" charset="-120"/>
              </a:rPr>
              <a:t>which</a:t>
            </a:r>
            <a:r>
              <a:rPr lang="en-US" sz="2700" b="1" dirty="0">
                <a:solidFill>
                  <a:srgbClr val="17324D"/>
                </a:solidFill>
                <a:latin typeface="Aptos Display" pitchFamily="34" charset="0"/>
                <a:ea typeface="Aptos Display" pitchFamily="34" charset="-122"/>
                <a:cs typeface="Aptos Display" pitchFamily="34" charset="-120"/>
              </a:rPr>
              <a:t> method should I use?</a:t>
            </a:r>
            <a:endParaRPr lang="en-US" sz="27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914400" y="1325880"/>
            <a:ext cx="3840480" cy="310896"/>
          </a:xfrm>
          <a:prstGeom prst="rect">
            <a:avLst/>
          </a:prstGeom>
          <a:noFill/>
          <a:ln/>
        </p:spPr>
        <p:txBody>
          <a:bodyPr wrap="square" lIns="0" tIns="0" rIns="0" bIns="0" rtlCol="0" anchor="ctr"/>
          <a:lstStyle/>
          <a:p>
            <a:pPr marL="0" indent="0">
              <a:buNone/>
            </a:pPr>
            <a:r>
              <a:rPr lang="en-US" sz="2400" dirty="0">
                <a:solidFill>
                  <a:srgbClr val="1E293B"/>
                </a:solidFill>
              </a:rPr>
              <a:t>Typical direction?</a:t>
            </a:r>
            <a:endParaRPr lang="en-US" sz="2400" dirty="0"/>
          </a:p>
        </p:txBody>
      </p:sp>
      <p:sp>
        <p:nvSpPr>
          <p:cNvPr id="6" name="Text 4"/>
          <p:cNvSpPr/>
          <p:nvPr/>
        </p:nvSpPr>
        <p:spPr>
          <a:xfrm>
            <a:off x="5166360" y="1280160"/>
            <a:ext cx="5303520" cy="402336"/>
          </a:xfrm>
          <a:prstGeom prst="rect">
            <a:avLst/>
          </a:prstGeom>
          <a:noFill/>
          <a:ln/>
        </p:spPr>
        <p:txBody>
          <a:bodyPr wrap="square" lIns="508" tIns="508" rIns="508" bIns="508" rtlCol="0" anchor="ctr"/>
          <a:lstStyle/>
          <a:p>
            <a:pPr marL="0" indent="0">
              <a:buNone/>
            </a:pPr>
            <a:r>
              <a:rPr lang="en-US" sz="2400" b="1" dirty="0">
                <a:solidFill>
                  <a:srgbClr val="1F4E79"/>
                </a:solidFill>
              </a:rPr>
              <a:t>circular mean</a:t>
            </a:r>
            <a:endParaRPr lang="en-US" sz="2400" dirty="0"/>
          </a:p>
        </p:txBody>
      </p:sp>
      <p:sp>
        <p:nvSpPr>
          <p:cNvPr id="7" name="Text 5"/>
          <p:cNvSpPr/>
          <p:nvPr/>
        </p:nvSpPr>
        <p:spPr>
          <a:xfrm>
            <a:off x="914400" y="2075688"/>
            <a:ext cx="3840480" cy="310896"/>
          </a:xfrm>
          <a:prstGeom prst="rect">
            <a:avLst/>
          </a:prstGeom>
          <a:noFill/>
          <a:ln/>
        </p:spPr>
        <p:txBody>
          <a:bodyPr wrap="square" lIns="0" tIns="0" rIns="0" bIns="0" rtlCol="0" anchor="ctr"/>
          <a:lstStyle/>
          <a:p>
            <a:pPr marL="0" indent="0">
              <a:buNone/>
            </a:pPr>
            <a:r>
              <a:rPr lang="en-US" sz="2400" dirty="0">
                <a:solidFill>
                  <a:srgbClr val="1E293B"/>
                </a:solidFill>
              </a:rPr>
              <a:t>Concentration?</a:t>
            </a:r>
            <a:endParaRPr lang="en-US" sz="2400" dirty="0"/>
          </a:p>
        </p:txBody>
      </p:sp>
      <p:sp>
        <p:nvSpPr>
          <p:cNvPr id="8" name="Text 6"/>
          <p:cNvSpPr/>
          <p:nvPr/>
        </p:nvSpPr>
        <p:spPr>
          <a:xfrm>
            <a:off x="5166360" y="2029968"/>
            <a:ext cx="5303520" cy="402336"/>
          </a:xfrm>
          <a:prstGeom prst="rect">
            <a:avLst/>
          </a:prstGeom>
          <a:noFill/>
          <a:ln/>
        </p:spPr>
        <p:txBody>
          <a:bodyPr wrap="square" lIns="508" tIns="508" rIns="508" bIns="508" rtlCol="0" anchor="ctr"/>
          <a:lstStyle/>
          <a:p>
            <a:pPr marL="0" indent="0">
              <a:buNone/>
            </a:pPr>
            <a:r>
              <a:rPr lang="en-US" sz="2400" b="1" dirty="0">
                <a:solidFill>
                  <a:srgbClr val="1F4E79"/>
                </a:solidFill>
              </a:rPr>
              <a:t>R-bar / circular variance</a:t>
            </a:r>
            <a:endParaRPr lang="en-US" sz="2400" dirty="0"/>
          </a:p>
        </p:txBody>
      </p:sp>
      <p:sp>
        <p:nvSpPr>
          <p:cNvPr id="9" name="Text 7"/>
          <p:cNvSpPr/>
          <p:nvPr/>
        </p:nvSpPr>
        <p:spPr>
          <a:xfrm>
            <a:off x="914400" y="2825496"/>
            <a:ext cx="3840480" cy="310896"/>
          </a:xfrm>
          <a:prstGeom prst="rect">
            <a:avLst/>
          </a:prstGeom>
          <a:noFill/>
          <a:ln/>
        </p:spPr>
        <p:txBody>
          <a:bodyPr wrap="square" lIns="0" tIns="0" rIns="0" bIns="0" rtlCol="0" anchor="ctr"/>
          <a:lstStyle/>
          <a:p>
            <a:pPr marL="0" indent="0">
              <a:buNone/>
            </a:pPr>
            <a:r>
              <a:rPr lang="en-US" sz="2400" dirty="0">
                <a:solidFill>
                  <a:srgbClr val="1E293B"/>
                </a:solidFill>
              </a:rPr>
              <a:t>Unimodal non-uniformity?</a:t>
            </a:r>
            <a:endParaRPr lang="en-US" sz="2400" dirty="0"/>
          </a:p>
        </p:txBody>
      </p:sp>
      <p:sp>
        <p:nvSpPr>
          <p:cNvPr id="10" name="Text 8"/>
          <p:cNvSpPr/>
          <p:nvPr/>
        </p:nvSpPr>
        <p:spPr>
          <a:xfrm>
            <a:off x="5166360" y="2779776"/>
            <a:ext cx="5303520" cy="402336"/>
          </a:xfrm>
          <a:prstGeom prst="rect">
            <a:avLst/>
          </a:prstGeom>
          <a:noFill/>
          <a:ln/>
        </p:spPr>
        <p:txBody>
          <a:bodyPr wrap="square" lIns="508" tIns="508" rIns="508" bIns="508" rtlCol="0" anchor="ctr"/>
          <a:lstStyle/>
          <a:p>
            <a:pPr marL="0" indent="0">
              <a:buNone/>
            </a:pPr>
            <a:r>
              <a:rPr lang="en-US" sz="2400" b="1" dirty="0">
                <a:solidFill>
                  <a:srgbClr val="1F4E79"/>
                </a:solidFill>
              </a:rPr>
              <a:t>Rayleigh test + plot</a:t>
            </a:r>
            <a:endParaRPr lang="en-US" sz="2400" dirty="0"/>
          </a:p>
        </p:txBody>
      </p:sp>
      <p:sp>
        <p:nvSpPr>
          <p:cNvPr id="11" name="Text 9"/>
          <p:cNvSpPr/>
          <p:nvPr/>
        </p:nvSpPr>
        <p:spPr>
          <a:xfrm>
            <a:off x="914400" y="3575304"/>
            <a:ext cx="3840480" cy="310896"/>
          </a:xfrm>
          <a:prstGeom prst="rect">
            <a:avLst/>
          </a:prstGeom>
          <a:noFill/>
          <a:ln/>
        </p:spPr>
        <p:txBody>
          <a:bodyPr wrap="square" lIns="0" tIns="0" rIns="0" bIns="0" rtlCol="0" anchor="ctr"/>
          <a:lstStyle/>
          <a:p>
            <a:pPr marL="0" indent="0">
              <a:buNone/>
            </a:pPr>
            <a:r>
              <a:rPr lang="en-US" sz="2400" dirty="0">
                <a:solidFill>
                  <a:srgbClr val="1E293B"/>
                </a:solidFill>
              </a:rPr>
              <a:t>Uncertain declinations?</a:t>
            </a:r>
            <a:endParaRPr lang="en-US" sz="2400" dirty="0"/>
          </a:p>
        </p:txBody>
      </p:sp>
      <p:sp>
        <p:nvSpPr>
          <p:cNvPr id="12" name="Text 10"/>
          <p:cNvSpPr/>
          <p:nvPr/>
        </p:nvSpPr>
        <p:spPr>
          <a:xfrm>
            <a:off x="5166360" y="3529584"/>
            <a:ext cx="5303520" cy="402336"/>
          </a:xfrm>
          <a:prstGeom prst="rect">
            <a:avLst/>
          </a:prstGeom>
          <a:noFill/>
          <a:ln/>
        </p:spPr>
        <p:txBody>
          <a:bodyPr wrap="square" lIns="508" tIns="508" rIns="508" bIns="508" rtlCol="0" anchor="ctr"/>
          <a:lstStyle/>
          <a:p>
            <a:pPr marL="0" indent="0">
              <a:buNone/>
            </a:pPr>
            <a:r>
              <a:rPr lang="en-US" sz="2400" b="1" dirty="0">
                <a:solidFill>
                  <a:srgbClr val="1F4E79"/>
                </a:solidFill>
              </a:rPr>
              <a:t>curvigram + sensitivity</a:t>
            </a:r>
            <a:endParaRPr lang="en-US" sz="2400" dirty="0"/>
          </a:p>
        </p:txBody>
      </p:sp>
      <p:sp>
        <p:nvSpPr>
          <p:cNvPr id="13" name="Text 11"/>
          <p:cNvSpPr/>
          <p:nvPr/>
        </p:nvSpPr>
        <p:spPr>
          <a:xfrm>
            <a:off x="914400" y="4325112"/>
            <a:ext cx="3840480" cy="310896"/>
          </a:xfrm>
          <a:prstGeom prst="rect">
            <a:avLst/>
          </a:prstGeom>
          <a:noFill/>
          <a:ln/>
        </p:spPr>
        <p:txBody>
          <a:bodyPr wrap="square" lIns="0" tIns="0" rIns="0" bIns="0" rtlCol="0" anchor="ctr"/>
          <a:lstStyle/>
          <a:p>
            <a:pPr marL="0" indent="0">
              <a:buNone/>
            </a:pPr>
            <a:r>
              <a:rPr lang="en-US" sz="2400" dirty="0">
                <a:solidFill>
                  <a:srgbClr val="1E293B"/>
                </a:solidFill>
              </a:rPr>
              <a:t>Two traditions?</a:t>
            </a:r>
            <a:endParaRPr lang="en-US" sz="2400" dirty="0"/>
          </a:p>
        </p:txBody>
      </p:sp>
      <p:sp>
        <p:nvSpPr>
          <p:cNvPr id="14" name="Text 12"/>
          <p:cNvSpPr/>
          <p:nvPr/>
        </p:nvSpPr>
        <p:spPr>
          <a:xfrm>
            <a:off x="5166360" y="4279392"/>
            <a:ext cx="5303520" cy="402336"/>
          </a:xfrm>
          <a:prstGeom prst="rect">
            <a:avLst/>
          </a:prstGeom>
          <a:noFill/>
          <a:ln/>
        </p:spPr>
        <p:txBody>
          <a:bodyPr wrap="square" lIns="508" tIns="508" rIns="508" bIns="508" rtlCol="0" anchor="ctr"/>
          <a:lstStyle/>
          <a:p>
            <a:pPr marL="0" indent="0">
              <a:buNone/>
            </a:pPr>
            <a:r>
              <a:rPr lang="en-US" sz="2400" b="1" dirty="0">
                <a:solidFill>
                  <a:srgbClr val="1F4E79"/>
                </a:solidFill>
              </a:rPr>
              <a:t>plot and summarise separately</a:t>
            </a:r>
            <a:endParaRPr lang="en-US" sz="2400" dirty="0"/>
          </a:p>
        </p:txBody>
      </p:sp>
      <p:sp>
        <p:nvSpPr>
          <p:cNvPr id="15" name="Text 13"/>
          <p:cNvSpPr/>
          <p:nvPr/>
        </p:nvSpPr>
        <p:spPr>
          <a:xfrm>
            <a:off x="914400" y="5175504"/>
            <a:ext cx="10452735" cy="1024128"/>
          </a:xfrm>
          <a:prstGeom prst="rect">
            <a:avLst/>
          </a:prstGeom>
          <a:solidFill>
            <a:srgbClr val="FFF8E8"/>
          </a:solidFill>
          <a:ln w="15240">
            <a:solidFill>
              <a:srgbClr val="D99A2B"/>
            </a:solidFill>
          </a:ln>
        </p:spPr>
        <p:txBody>
          <a:bodyPr wrap="square" lIns="1778" tIns="1778" rIns="1778" bIns="1778" rtlCol="0" anchor="ctr">
            <a:noAutofit/>
          </a:bodyPr>
          <a:lstStyle/>
          <a:p>
            <a:pPr marL="0" indent="0" algn="ctr">
              <a:buNone/>
            </a:pPr>
            <a:r>
              <a:rPr lang="en-US" sz="2800" dirty="0">
                <a:solidFill>
                  <a:srgbClr val="1E293B"/>
                </a:solidFill>
                <a:latin typeface="Aptos" pitchFamily="34" charset="0"/>
                <a:ea typeface="Aptos" pitchFamily="34" charset="-122"/>
                <a:cs typeface="Aptos" pitchFamily="34" charset="-120"/>
              </a:rPr>
              <a:t>Methods answer research questions. They do not replace archaeological reasoning.</a:t>
            </a:r>
            <a:endParaRPr lang="en-US" sz="2800" dirty="0"/>
          </a:p>
        </p:txBody>
      </p:sp>
      <p:sp>
        <p:nvSpPr>
          <p:cNvPr id="16" name="Shape 14"/>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7" name="Text 15"/>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Comparison, AI and takeaways</a:t>
            </a:r>
            <a:endParaRPr lang="en-US" sz="750" dirty="0"/>
          </a:p>
        </p:txBody>
      </p:sp>
      <p:sp>
        <p:nvSpPr>
          <p:cNvPr id="18" name="TextBox 17"/>
          <p:cNvSpPr txBox="1"/>
          <p:nvPr/>
        </p:nvSpPr>
        <p:spPr>
          <a:xfrm>
            <a:off x="11064240" y="6556248"/>
            <a:ext cx="502920" cy="182880"/>
          </a:xfrm>
          <a:prstGeom prst="rect">
            <a:avLst/>
          </a:prstGeom>
          <a:noFill/>
        </p:spPr>
        <p:txBody>
          <a:bodyPr wrap="none">
            <a:spAutoFit/>
          </a:bodyPr>
          <a:lstStyle/>
          <a:p>
            <a:pPr algn="r"/>
            <a:fld id="{43C231D8-FA91-446C-914F-57C61BD42859}" type="slidenum">
              <a:rPr lang="en-US" sz="700">
                <a:solidFill>
                  <a:srgbClr val="6E7B86"/>
                </a:solidFill>
              </a:rPr>
              <a:t>40</a:t>
            </a:fld>
            <a:endParaRPr lang="en-US" sz="700">
              <a:solidFill>
                <a:srgbClr val="6E7B86"/>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15-MINUTE DEMONSTRATION</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AI as an R assistant: useful, but bounded</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777240" y="1417320"/>
            <a:ext cx="10698480" cy="457200"/>
          </a:xfrm>
          <a:prstGeom prst="rect">
            <a:avLst/>
          </a:prstGeom>
          <a:noFill/>
          <a:ln/>
        </p:spPr>
        <p:txBody>
          <a:bodyPr wrap="square" lIns="635" tIns="635" rIns="635" bIns="635" rtlCol="0" anchor="t">
            <a:normAutofit/>
          </a:bodyPr>
          <a:lstStyle/>
          <a:p>
            <a:pPr marL="0" indent="0" algn="l">
              <a:buNone/>
            </a:pPr>
            <a:r>
              <a:rPr lang="en-US" sz="2400" b="1" dirty="0">
                <a:solidFill>
                  <a:srgbClr val="17324D"/>
                </a:solidFill>
                <a:latin typeface="Aptos" pitchFamily="34" charset="0"/>
                <a:ea typeface="Aptos" pitchFamily="34" charset="-122"/>
                <a:cs typeface="Aptos" pitchFamily="34" charset="-120"/>
              </a:rPr>
              <a:t>Use AI to adapt validated code — not to silently invent a new method.</a:t>
            </a:r>
            <a:endParaRPr lang="en-US" sz="2400" dirty="0"/>
          </a:p>
        </p:txBody>
      </p:sp>
      <p:sp>
        <p:nvSpPr>
          <p:cNvPr id="6" name="Text 4"/>
          <p:cNvSpPr/>
          <p:nvPr/>
        </p:nvSpPr>
        <p:spPr>
          <a:xfrm>
            <a:off x="960120" y="2194560"/>
            <a:ext cx="1143000" cy="310896"/>
          </a:xfrm>
          <a:prstGeom prst="rect">
            <a:avLst/>
          </a:prstGeom>
          <a:solidFill>
            <a:srgbClr val="1C7C7D"/>
          </a:solidFill>
          <a:ln>
            <a:solidFill>
              <a:srgbClr val="1C7C7D"/>
            </a:solidFill>
          </a:ln>
        </p:spPr>
        <p:txBody>
          <a:bodyPr wrap="square" lIns="508" tIns="508" rIns="508" bIns="508" rtlCol="0" anchor="ctr"/>
          <a:lstStyle/>
          <a:p>
            <a:pPr marL="0" indent="0" algn="ctr">
              <a:buNone/>
            </a:pPr>
            <a:r>
              <a:rPr lang="en-US" sz="2000" b="1" dirty="0">
                <a:solidFill>
                  <a:srgbClr val="FFFFFF"/>
                </a:solidFill>
                <a:latin typeface="Aptos" pitchFamily="34" charset="0"/>
                <a:ea typeface="Aptos" pitchFamily="34" charset="-122"/>
                <a:cs typeface="Aptos" pitchFamily="34" charset="-120"/>
              </a:rPr>
              <a:t>Good use</a:t>
            </a:r>
            <a:endParaRPr lang="en-US" sz="2000" dirty="0"/>
          </a:p>
        </p:txBody>
      </p:sp>
      <p:sp>
        <p:nvSpPr>
          <p:cNvPr id="7" name="Text 5"/>
          <p:cNvSpPr/>
          <p:nvPr/>
        </p:nvSpPr>
        <p:spPr>
          <a:xfrm>
            <a:off x="2331720" y="2176272"/>
            <a:ext cx="8412480" cy="310896"/>
          </a:xfrm>
          <a:prstGeom prst="rect">
            <a:avLst/>
          </a:prstGeom>
          <a:noFill/>
          <a:ln/>
        </p:spPr>
        <p:txBody>
          <a:bodyPr wrap="square" lIns="0" tIns="0" rIns="0" bIns="0" rtlCol="0" anchor="ctr"/>
          <a:lstStyle/>
          <a:p>
            <a:pPr marL="0" indent="0">
              <a:buNone/>
            </a:pPr>
            <a:r>
              <a:rPr lang="en-US" sz="2000" dirty="0">
                <a:solidFill>
                  <a:srgbClr val="1E293B"/>
                </a:solidFill>
              </a:rPr>
              <a:t>change labels, font size, output file name</a:t>
            </a:r>
            <a:endParaRPr lang="en-US" sz="2000" dirty="0"/>
          </a:p>
        </p:txBody>
      </p:sp>
      <p:sp>
        <p:nvSpPr>
          <p:cNvPr id="8" name="Text 6"/>
          <p:cNvSpPr/>
          <p:nvPr/>
        </p:nvSpPr>
        <p:spPr>
          <a:xfrm>
            <a:off x="960120" y="2907792"/>
            <a:ext cx="1143000" cy="310896"/>
          </a:xfrm>
          <a:prstGeom prst="rect">
            <a:avLst/>
          </a:prstGeom>
          <a:solidFill>
            <a:srgbClr val="1C7C7D"/>
          </a:solidFill>
          <a:ln>
            <a:solidFill>
              <a:srgbClr val="1C7C7D"/>
            </a:solidFill>
          </a:ln>
        </p:spPr>
        <p:txBody>
          <a:bodyPr wrap="square" lIns="508" tIns="508" rIns="508" bIns="508" rtlCol="0" anchor="ctr"/>
          <a:lstStyle/>
          <a:p>
            <a:pPr marL="0" indent="0" algn="ctr">
              <a:buNone/>
            </a:pPr>
            <a:r>
              <a:rPr lang="en-US" sz="2000" b="1" dirty="0">
                <a:solidFill>
                  <a:srgbClr val="FFFFFF"/>
                </a:solidFill>
                <a:latin typeface="Aptos" pitchFamily="34" charset="0"/>
                <a:ea typeface="Aptos" pitchFamily="34" charset="-122"/>
                <a:cs typeface="Aptos" pitchFamily="34" charset="-120"/>
              </a:rPr>
              <a:t>Good use</a:t>
            </a:r>
            <a:endParaRPr lang="en-US" sz="2000" dirty="0"/>
          </a:p>
        </p:txBody>
      </p:sp>
      <p:sp>
        <p:nvSpPr>
          <p:cNvPr id="9" name="Text 7"/>
          <p:cNvSpPr/>
          <p:nvPr/>
        </p:nvSpPr>
        <p:spPr>
          <a:xfrm>
            <a:off x="2331720" y="2889504"/>
            <a:ext cx="8412480" cy="310896"/>
          </a:xfrm>
          <a:prstGeom prst="rect">
            <a:avLst/>
          </a:prstGeom>
          <a:noFill/>
          <a:ln/>
        </p:spPr>
        <p:txBody>
          <a:bodyPr wrap="square" lIns="0" tIns="0" rIns="0" bIns="0" rtlCol="0" anchor="ctr"/>
          <a:lstStyle/>
          <a:p>
            <a:pPr marL="0" indent="0">
              <a:buNone/>
            </a:pPr>
            <a:r>
              <a:rPr lang="en-US" sz="2000" dirty="0">
                <a:solidFill>
                  <a:srgbClr val="1E293B"/>
                </a:solidFill>
              </a:rPr>
              <a:t>diagnose an exact error message</a:t>
            </a:r>
            <a:endParaRPr lang="en-US" sz="2000" dirty="0"/>
          </a:p>
        </p:txBody>
      </p:sp>
      <p:sp>
        <p:nvSpPr>
          <p:cNvPr id="10" name="Text 8"/>
          <p:cNvSpPr/>
          <p:nvPr/>
        </p:nvSpPr>
        <p:spPr>
          <a:xfrm>
            <a:off x="960120" y="3621024"/>
            <a:ext cx="1143000" cy="310896"/>
          </a:xfrm>
          <a:prstGeom prst="rect">
            <a:avLst/>
          </a:prstGeom>
          <a:solidFill>
            <a:srgbClr val="1C7C7D"/>
          </a:solidFill>
          <a:ln>
            <a:solidFill>
              <a:srgbClr val="1C7C7D"/>
            </a:solidFill>
          </a:ln>
        </p:spPr>
        <p:txBody>
          <a:bodyPr wrap="square" lIns="508" tIns="508" rIns="508" bIns="508" rtlCol="0" anchor="ctr"/>
          <a:lstStyle/>
          <a:p>
            <a:pPr marL="0" indent="0" algn="ctr">
              <a:buNone/>
            </a:pPr>
            <a:r>
              <a:rPr lang="en-US" sz="2000" b="1" dirty="0">
                <a:solidFill>
                  <a:srgbClr val="FFFFFF"/>
                </a:solidFill>
                <a:latin typeface="Aptos" pitchFamily="34" charset="0"/>
                <a:ea typeface="Aptos" pitchFamily="34" charset="-122"/>
                <a:cs typeface="Aptos" pitchFamily="34" charset="-120"/>
              </a:rPr>
              <a:t>Good use</a:t>
            </a:r>
            <a:endParaRPr lang="en-US" sz="2000" dirty="0"/>
          </a:p>
        </p:txBody>
      </p:sp>
      <p:sp>
        <p:nvSpPr>
          <p:cNvPr id="11" name="Text 9"/>
          <p:cNvSpPr/>
          <p:nvPr/>
        </p:nvSpPr>
        <p:spPr>
          <a:xfrm>
            <a:off x="2331720" y="3602736"/>
            <a:ext cx="8412480" cy="310896"/>
          </a:xfrm>
          <a:prstGeom prst="rect">
            <a:avLst/>
          </a:prstGeom>
          <a:noFill/>
          <a:ln/>
        </p:spPr>
        <p:txBody>
          <a:bodyPr wrap="square" lIns="0" tIns="0" rIns="0" bIns="0" rtlCol="0" anchor="ctr"/>
          <a:lstStyle/>
          <a:p>
            <a:pPr marL="0" indent="0">
              <a:buNone/>
            </a:pPr>
            <a:r>
              <a:rPr lang="en-US" sz="2000" dirty="0">
                <a:solidFill>
                  <a:srgbClr val="1E293B"/>
                </a:solidFill>
              </a:rPr>
              <a:t>adapt column names in your CSV</a:t>
            </a:r>
            <a:endParaRPr lang="en-US" sz="2000" dirty="0"/>
          </a:p>
        </p:txBody>
      </p:sp>
      <p:sp>
        <p:nvSpPr>
          <p:cNvPr id="12" name="Text 10"/>
          <p:cNvSpPr/>
          <p:nvPr/>
        </p:nvSpPr>
        <p:spPr>
          <a:xfrm>
            <a:off x="960120" y="4334256"/>
            <a:ext cx="1143000" cy="310896"/>
          </a:xfrm>
          <a:prstGeom prst="rect">
            <a:avLst/>
          </a:prstGeom>
          <a:solidFill>
            <a:srgbClr val="B84A4A"/>
          </a:solidFill>
          <a:ln>
            <a:solidFill>
              <a:srgbClr val="B84A4A"/>
            </a:solidFill>
          </a:ln>
        </p:spPr>
        <p:txBody>
          <a:bodyPr wrap="square" lIns="508" tIns="508" rIns="508" bIns="508" rtlCol="0" anchor="ctr"/>
          <a:lstStyle/>
          <a:p>
            <a:pPr marL="0" indent="0" algn="ctr">
              <a:buNone/>
            </a:pPr>
            <a:r>
              <a:rPr lang="en-US" sz="2000" b="1" dirty="0">
                <a:solidFill>
                  <a:srgbClr val="FFFFFF"/>
                </a:solidFill>
                <a:latin typeface="Aptos" pitchFamily="34" charset="0"/>
                <a:ea typeface="Aptos" pitchFamily="34" charset="-122"/>
                <a:cs typeface="Aptos" pitchFamily="34" charset="-120"/>
              </a:rPr>
              <a:t>Bad use</a:t>
            </a:r>
            <a:endParaRPr lang="en-US" sz="2000" dirty="0"/>
          </a:p>
        </p:txBody>
      </p:sp>
      <p:sp>
        <p:nvSpPr>
          <p:cNvPr id="13" name="Text 11"/>
          <p:cNvSpPr/>
          <p:nvPr/>
        </p:nvSpPr>
        <p:spPr>
          <a:xfrm>
            <a:off x="2331720" y="4315968"/>
            <a:ext cx="8412480" cy="310896"/>
          </a:xfrm>
          <a:prstGeom prst="rect">
            <a:avLst/>
          </a:prstGeom>
          <a:noFill/>
          <a:ln/>
        </p:spPr>
        <p:txBody>
          <a:bodyPr wrap="square" lIns="0" tIns="0" rIns="0" bIns="0" rtlCol="0" anchor="ctr"/>
          <a:lstStyle/>
          <a:p>
            <a:pPr marL="0" indent="0">
              <a:buNone/>
            </a:pPr>
            <a:r>
              <a:rPr lang="en-US" sz="2000" dirty="0">
                <a:solidFill>
                  <a:srgbClr val="1E293B"/>
                </a:solidFill>
              </a:rPr>
              <a:t>change kernel/bandwidth/test without noticing</a:t>
            </a:r>
            <a:endParaRPr lang="en-US" sz="2000" dirty="0"/>
          </a:p>
        </p:txBody>
      </p:sp>
      <p:sp>
        <p:nvSpPr>
          <p:cNvPr id="14" name="Shape 12"/>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5" name="Text 13"/>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Comparison, AI and takeaways</a:t>
            </a:r>
            <a:endParaRPr lang="en-US" sz="750" dirty="0"/>
          </a:p>
        </p:txBody>
      </p:sp>
      <p:sp>
        <p:nvSpPr>
          <p:cNvPr id="16" name="TextBox 15"/>
          <p:cNvSpPr txBox="1"/>
          <p:nvPr/>
        </p:nvSpPr>
        <p:spPr>
          <a:xfrm>
            <a:off x="11064240" y="6556248"/>
            <a:ext cx="502920" cy="182880"/>
          </a:xfrm>
          <a:prstGeom prst="rect">
            <a:avLst/>
          </a:prstGeom>
          <a:noFill/>
        </p:spPr>
        <p:txBody>
          <a:bodyPr wrap="none">
            <a:spAutoFit/>
          </a:bodyPr>
          <a:lstStyle/>
          <a:p>
            <a:pPr algn="r"/>
            <a:fld id="{0BAD6E17-72B1-48CC-81EF-36230E563308}" type="slidenum">
              <a:rPr lang="en-US" sz="700">
                <a:solidFill>
                  <a:srgbClr val="6E7B86"/>
                </a:solidFill>
              </a:rPr>
              <a:t>41</a:t>
            </a:fld>
            <a:endParaRPr lang="en-US" sz="700">
              <a:solidFill>
                <a:srgbClr val="6E7B86"/>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COPY, PASTE, CONSTRAIN</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2700" b="1" dirty="0">
                <a:solidFill>
                  <a:srgbClr val="17324D"/>
                </a:solidFill>
                <a:latin typeface="Aptos Display" pitchFamily="34" charset="0"/>
                <a:ea typeface="Aptos Display" pitchFamily="34" charset="-122"/>
                <a:cs typeface="Aptos Display" pitchFamily="34" charset="-120"/>
              </a:rPr>
              <a:t>A safe AI </a:t>
            </a:r>
            <a:r>
              <a:rPr lang="en-US" sz="3000" b="1" dirty="0">
                <a:solidFill>
                  <a:srgbClr val="17324D"/>
                </a:solidFill>
                <a:latin typeface="Aptos Display" pitchFamily="34" charset="0"/>
                <a:ea typeface="Aptos Display" pitchFamily="34" charset="-122"/>
                <a:cs typeface="Aptos Display" pitchFamily="34" charset="-120"/>
              </a:rPr>
              <a:t>prompt</a:t>
            </a:r>
            <a:r>
              <a:rPr lang="en-US" sz="2700" b="1" dirty="0">
                <a:solidFill>
                  <a:srgbClr val="17324D"/>
                </a:solidFill>
                <a:latin typeface="Aptos Display" pitchFamily="34" charset="0"/>
                <a:ea typeface="Aptos Display" pitchFamily="34" charset="-122"/>
                <a:cs typeface="Aptos Display" pitchFamily="34" charset="-120"/>
              </a:rPr>
              <a:t> template</a:t>
            </a:r>
            <a:endParaRPr lang="en-US" sz="27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868680" y="1568203"/>
            <a:ext cx="10424160" cy="2143120"/>
          </a:xfrm>
          <a:prstGeom prst="rect">
            <a:avLst/>
          </a:prstGeom>
          <a:solidFill>
            <a:srgbClr val="F1F5F9"/>
          </a:solidFill>
          <a:ln w="10160">
            <a:solidFill>
              <a:srgbClr val="CBD5E1"/>
            </a:solidFill>
          </a:ln>
        </p:spPr>
        <p:txBody>
          <a:bodyPr wrap="square" lIns="1524" tIns="1524" rIns="1524" bIns="1524" rtlCol="0" anchor="ctr">
            <a:normAutofit/>
          </a:bodyPr>
          <a:lstStyle/>
          <a:p>
            <a:pPr marL="180000" indent="0">
              <a:buNone/>
            </a:pPr>
            <a:r>
              <a:rPr lang="en-US" sz="2400" dirty="0">
                <a:solidFill>
                  <a:srgbClr val="0F172A"/>
                </a:solidFill>
                <a:latin typeface="Courier New" pitchFamily="34" charset="0"/>
                <a:ea typeface="Courier New" pitchFamily="34" charset="-122"/>
                <a:cs typeface="Courier New" pitchFamily="34" charset="-120"/>
              </a:rPr>
              <a:t>Here is my working R code and the exact error.</a:t>
            </a:r>
            <a:endParaRPr lang="en-US" sz="2400" dirty="0"/>
          </a:p>
          <a:p>
            <a:pPr marL="180000" indent="0">
              <a:buNone/>
            </a:pPr>
            <a:r>
              <a:rPr lang="en-US" sz="2400" dirty="0">
                <a:solidFill>
                  <a:srgbClr val="0F172A"/>
                </a:solidFill>
                <a:latin typeface="Courier New" pitchFamily="34" charset="0"/>
                <a:ea typeface="Courier New" pitchFamily="34" charset="-122"/>
                <a:cs typeface="Courier New" pitchFamily="34" charset="-120"/>
              </a:rPr>
              <a:t>Explain the error to a non-programmer.</a:t>
            </a:r>
            <a:endParaRPr lang="en-US" sz="2400" dirty="0"/>
          </a:p>
          <a:p>
            <a:pPr marL="180000" indent="0">
              <a:buNone/>
            </a:pPr>
            <a:r>
              <a:rPr lang="en-US" sz="2400" dirty="0">
                <a:solidFill>
                  <a:srgbClr val="0F172A"/>
                </a:solidFill>
                <a:latin typeface="Courier New" pitchFamily="34" charset="0"/>
                <a:ea typeface="Courier New" pitchFamily="34" charset="-122"/>
                <a:cs typeface="Courier New" pitchFamily="34" charset="-120"/>
              </a:rPr>
              <a:t>Make the smallest correction.</a:t>
            </a:r>
            <a:endParaRPr lang="en-US" sz="2400" dirty="0"/>
          </a:p>
          <a:p>
            <a:pPr marL="180000" indent="0">
              <a:buNone/>
            </a:pPr>
            <a:r>
              <a:rPr lang="en-US" sz="2400" dirty="0">
                <a:solidFill>
                  <a:srgbClr val="0F172A"/>
                </a:solidFill>
                <a:latin typeface="Courier New" pitchFamily="34" charset="0"/>
                <a:ea typeface="Courier New" pitchFamily="34" charset="-122"/>
                <a:cs typeface="Courier New" pitchFamily="34" charset="-120"/>
              </a:rPr>
              <a:t>Do not change the statistical method, kernel, bandwidth,</a:t>
            </a:r>
            <a:endParaRPr lang="en-US" sz="2400" dirty="0"/>
          </a:p>
          <a:p>
            <a:pPr marL="180000" indent="0">
              <a:buNone/>
            </a:pPr>
            <a:r>
              <a:rPr lang="en-US" sz="2400" dirty="0">
                <a:solidFill>
                  <a:srgbClr val="0F172A"/>
                </a:solidFill>
                <a:latin typeface="Courier New" pitchFamily="34" charset="0"/>
                <a:ea typeface="Courier New" pitchFamily="34" charset="-122"/>
                <a:cs typeface="Courier New" pitchFamily="34" charset="-120"/>
              </a:rPr>
              <a:t>normalisation, test or filtering.</a:t>
            </a:r>
            <a:endParaRPr lang="en-US" sz="2400" dirty="0"/>
          </a:p>
        </p:txBody>
      </p:sp>
      <p:sp>
        <p:nvSpPr>
          <p:cNvPr id="6" name="Text 4"/>
          <p:cNvSpPr/>
          <p:nvPr/>
        </p:nvSpPr>
        <p:spPr>
          <a:xfrm>
            <a:off x="1303020" y="4149090"/>
            <a:ext cx="9601200" cy="676656"/>
          </a:xfrm>
          <a:prstGeom prst="rect">
            <a:avLst/>
          </a:prstGeom>
          <a:solidFill>
            <a:srgbClr val="FFF8E8"/>
          </a:solidFill>
          <a:ln w="15240">
            <a:solidFill>
              <a:srgbClr val="D99A2B"/>
            </a:solidFill>
          </a:ln>
        </p:spPr>
        <p:txBody>
          <a:bodyPr wrap="square" lIns="1778" tIns="1778" rIns="1778" bIns="1778" rtlCol="0" anchor="ctr">
            <a:normAutofit/>
          </a:bodyPr>
          <a:lstStyle/>
          <a:p>
            <a:pPr marL="0" indent="0" algn="ctr">
              <a:buNone/>
            </a:pPr>
            <a:r>
              <a:rPr lang="en-US" sz="2400" dirty="0">
                <a:solidFill>
                  <a:srgbClr val="1E293B"/>
                </a:solidFill>
                <a:latin typeface="Aptos" pitchFamily="34" charset="0"/>
                <a:ea typeface="Aptos" pitchFamily="34" charset="-122"/>
                <a:cs typeface="Aptos" pitchFamily="34" charset="-120"/>
              </a:rPr>
              <a:t>AI may modify syntax. It must not silently modify methodology.</a:t>
            </a:r>
            <a:endParaRPr lang="en-US" sz="2400" dirty="0"/>
          </a:p>
        </p:txBody>
      </p:sp>
      <p:sp>
        <p:nvSpPr>
          <p:cNvPr id="7" name="Text 5"/>
          <p:cNvSpPr/>
          <p:nvPr/>
        </p:nvSpPr>
        <p:spPr>
          <a:xfrm>
            <a:off x="1280160" y="5199508"/>
            <a:ext cx="9601200" cy="909825"/>
          </a:xfrm>
          <a:prstGeom prst="rect">
            <a:avLst/>
          </a:prstGeom>
          <a:noFill/>
          <a:ln/>
        </p:spPr>
        <p:txBody>
          <a:bodyPr wrap="square" lIns="635" tIns="635" rIns="635" bIns="635" rtlCol="0" anchor="t">
            <a:noAutofit/>
          </a:bodyPr>
          <a:lstStyle/>
          <a:p>
            <a:pPr marL="0" indent="0" algn="ctr">
              <a:buNone/>
            </a:pPr>
            <a:r>
              <a:rPr lang="en-US" sz="2600" dirty="0">
                <a:solidFill>
                  <a:srgbClr val="17324D"/>
                </a:solidFill>
                <a:latin typeface="Aptos" pitchFamily="34" charset="0"/>
                <a:ea typeface="Aptos" pitchFamily="34" charset="-122"/>
                <a:cs typeface="Aptos" pitchFamily="34" charset="-120"/>
              </a:rPr>
              <a:t>Before using an AI-edited script, compare the method settings against your original reporting checklist.</a:t>
            </a:r>
            <a:endParaRPr lang="en-US" sz="2600" dirty="0"/>
          </a:p>
        </p:txBody>
      </p:sp>
      <p:sp>
        <p:nvSpPr>
          <p:cNvPr id="8" name="Shape 6"/>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9" name="Text 7"/>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Comparison, AI and takeaways</a:t>
            </a:r>
            <a:endParaRPr lang="en-US" sz="750" dirty="0"/>
          </a:p>
        </p:txBody>
      </p:sp>
      <p:sp>
        <p:nvSpPr>
          <p:cNvPr id="10" name="TextBox 9"/>
          <p:cNvSpPr txBox="1"/>
          <p:nvPr/>
        </p:nvSpPr>
        <p:spPr>
          <a:xfrm>
            <a:off x="11064240" y="6556248"/>
            <a:ext cx="502920" cy="182880"/>
          </a:xfrm>
          <a:prstGeom prst="rect">
            <a:avLst/>
          </a:prstGeom>
          <a:noFill/>
        </p:spPr>
        <p:txBody>
          <a:bodyPr wrap="none">
            <a:spAutoFit/>
          </a:bodyPr>
          <a:lstStyle/>
          <a:p>
            <a:pPr algn="r"/>
            <a:fld id="{72CF2EFE-4395-46AB-8171-F4D0F565BB6A}" type="slidenum">
              <a:rPr lang="en-US" sz="700">
                <a:solidFill>
                  <a:srgbClr val="6E7B86"/>
                </a:solidFill>
              </a:rPr>
              <a:t>42</a:t>
            </a:fld>
            <a:endParaRPr lang="en-US" sz="700">
              <a:solidFill>
                <a:srgbClr val="6E7B86"/>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AFTER THE WORKSHOP</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Participant gift: Curvigram Explorer</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822960" y="1619822"/>
            <a:ext cx="10424160" cy="777240"/>
          </a:xfrm>
          <a:prstGeom prst="rect">
            <a:avLst/>
          </a:prstGeom>
          <a:noFill/>
          <a:ln/>
        </p:spPr>
        <p:txBody>
          <a:bodyPr wrap="square" lIns="635" tIns="635" rIns="635" bIns="635" rtlCol="0" anchor="t">
            <a:normAutofit/>
          </a:bodyPr>
          <a:lstStyle/>
          <a:p>
            <a:pPr marL="0" indent="0" algn="l">
              <a:buNone/>
            </a:pPr>
            <a:r>
              <a:rPr lang="en-US" sz="2400" b="1" dirty="0">
                <a:solidFill>
                  <a:srgbClr val="17324D"/>
                </a:solidFill>
                <a:latin typeface="Aptos" pitchFamily="34" charset="0"/>
                <a:ea typeface="Aptos" pitchFamily="34" charset="-122"/>
                <a:cs typeface="Aptos" pitchFamily="34" charset="-120"/>
              </a:rPr>
              <a:t>A Shiny app for your own CSV data: upload, choose kernel and bandwidth, inspect sensitivity, export PNG/CSV/DOCX.</a:t>
            </a:r>
            <a:endParaRPr lang="en-US" sz="2400" dirty="0"/>
          </a:p>
        </p:txBody>
      </p:sp>
      <p:sp>
        <p:nvSpPr>
          <p:cNvPr id="6" name="Text 4"/>
          <p:cNvSpPr/>
          <p:nvPr/>
        </p:nvSpPr>
        <p:spPr>
          <a:xfrm>
            <a:off x="777240" y="2683763"/>
            <a:ext cx="8863965" cy="1005840"/>
          </a:xfrm>
          <a:prstGeom prst="rect">
            <a:avLst/>
          </a:prstGeom>
          <a:solidFill>
            <a:srgbClr val="E6FFFB"/>
          </a:solidFill>
          <a:ln w="15240">
            <a:solidFill>
              <a:srgbClr val="1C7C7D"/>
            </a:solidFill>
          </a:ln>
        </p:spPr>
        <p:txBody>
          <a:bodyPr wrap="square" lIns="1778" tIns="1778" rIns="1778" bIns="1778" rtlCol="0" anchor="ctr">
            <a:normAutofit/>
          </a:bodyPr>
          <a:lstStyle/>
          <a:p>
            <a:pPr algn="ctr"/>
            <a:r>
              <a:rPr lang="en-US" sz="2600" dirty="0">
                <a:solidFill>
                  <a:srgbClr val="1E293B"/>
                </a:solidFill>
                <a:latin typeface="Aptos" pitchFamily="34" charset="0"/>
                <a:ea typeface="Aptos" pitchFamily="34" charset="-122"/>
                <a:cs typeface="Aptos" pitchFamily="34" charset="-120"/>
              </a:rPr>
              <a:t>Live app link: </a:t>
            </a:r>
            <a:r>
              <a:rPr lang="en-US" sz="2600" b="1" dirty="0">
                <a:solidFill>
                  <a:srgbClr val="1E293B"/>
                </a:solidFill>
                <a:latin typeface="Aptos" pitchFamily="34" charset="0"/>
                <a:ea typeface="Aptos" pitchFamily="34" charset="-122"/>
                <a:cs typeface="Aptos" pitchFamily="34" charset="-120"/>
                <a:hlinkClick r:id="rId3"/>
              </a:rPr>
              <a:t>https://bit.ly/curvigram-explorer</a:t>
            </a:r>
            <a:endParaRPr lang="en-US" sz="2600" b="1" dirty="0"/>
          </a:p>
        </p:txBody>
      </p:sp>
      <p:sp>
        <p:nvSpPr>
          <p:cNvPr id="7" name="Text 5"/>
          <p:cNvSpPr/>
          <p:nvPr/>
        </p:nvSpPr>
        <p:spPr>
          <a:xfrm>
            <a:off x="995362" y="5607939"/>
            <a:ext cx="9473565" cy="457200"/>
          </a:xfrm>
          <a:prstGeom prst="rect">
            <a:avLst/>
          </a:prstGeom>
          <a:noFill/>
          <a:ln/>
        </p:spPr>
        <p:txBody>
          <a:bodyPr wrap="square" lIns="635" tIns="635" rIns="635" bIns="635" rtlCol="0" anchor="t">
            <a:noAutofit/>
          </a:bodyPr>
          <a:lstStyle/>
          <a:p>
            <a:pPr marL="0" indent="0" algn="ctr">
              <a:buNone/>
            </a:pPr>
            <a:r>
              <a:rPr lang="en-US" sz="2800" b="1" dirty="0">
                <a:solidFill>
                  <a:srgbClr val="C96D32"/>
                </a:solidFill>
                <a:latin typeface="Aptos" pitchFamily="34" charset="0"/>
                <a:ea typeface="Aptos" pitchFamily="34" charset="-122"/>
                <a:cs typeface="Aptos" pitchFamily="34" charset="-120"/>
              </a:rPr>
              <a:t>Use it after you understand what the parameters mean.</a:t>
            </a:r>
            <a:endParaRPr lang="en-US" sz="2800" dirty="0"/>
          </a:p>
        </p:txBody>
      </p:sp>
      <p:sp>
        <p:nvSpPr>
          <p:cNvPr id="8" name="Shape 6"/>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9" name="Text 7"/>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Comparison, AI and takeaways</a:t>
            </a:r>
            <a:endParaRPr lang="en-US" sz="750" dirty="0"/>
          </a:p>
        </p:txBody>
      </p:sp>
      <p:pic>
        <p:nvPicPr>
          <p:cNvPr id="12" name="Picture 11">
            <a:extLst>
              <a:ext uri="{FF2B5EF4-FFF2-40B4-BE49-F238E27FC236}">
                <a16:creationId xmlns:a16="http://schemas.microsoft.com/office/drawing/2014/main" id="{2851E015-0CAB-FBA4-D25D-925985BCBFB6}"/>
              </a:ext>
            </a:extLst>
          </p:cNvPr>
          <p:cNvPicPr>
            <a:picLocks noChangeAspect="1"/>
          </p:cNvPicPr>
          <p:nvPr/>
        </p:nvPicPr>
        <p:blipFill>
          <a:blip r:embed="rId4"/>
          <a:stretch>
            <a:fillRect/>
          </a:stretch>
        </p:blipFill>
        <p:spPr>
          <a:xfrm>
            <a:off x="10145269" y="2502504"/>
            <a:ext cx="1421891" cy="1421891"/>
          </a:xfrm>
          <a:prstGeom prst="rect">
            <a:avLst/>
          </a:prstGeom>
        </p:spPr>
      </p:pic>
      <p:sp>
        <p:nvSpPr>
          <p:cNvPr id="13" name="TextBox 12"/>
          <p:cNvSpPr txBox="1"/>
          <p:nvPr/>
        </p:nvSpPr>
        <p:spPr>
          <a:xfrm>
            <a:off x="11064240" y="6556248"/>
            <a:ext cx="502920" cy="182880"/>
          </a:xfrm>
          <a:prstGeom prst="rect">
            <a:avLst/>
          </a:prstGeom>
          <a:noFill/>
        </p:spPr>
        <p:txBody>
          <a:bodyPr wrap="none">
            <a:spAutoFit/>
          </a:bodyPr>
          <a:lstStyle/>
          <a:p>
            <a:pPr algn="r"/>
            <a:fld id="{C0D4A11E-7DD5-40B1-B352-DDF191F549C9}" type="slidenum">
              <a:rPr lang="en-US" sz="700">
                <a:solidFill>
                  <a:srgbClr val="6E7B86"/>
                </a:solidFill>
              </a:rPr>
              <a:t>43</a:t>
            </a:fld>
            <a:endParaRPr lang="en-US" sz="700">
              <a:solidFill>
                <a:srgbClr val="6E7B86"/>
              </a:solidFill>
            </a:endParaRPr>
          </a:p>
        </p:txBody>
      </p:sp>
      <p:sp>
        <p:nvSpPr>
          <p:cNvPr id="11" name="Text 4">
            <a:extLst>
              <a:ext uri="{FF2B5EF4-FFF2-40B4-BE49-F238E27FC236}">
                <a16:creationId xmlns:a16="http://schemas.microsoft.com/office/drawing/2014/main" id="{F2D35A0E-2662-E7C2-AAB9-54C3DEA286BF}"/>
              </a:ext>
            </a:extLst>
          </p:cNvPr>
          <p:cNvSpPr/>
          <p:nvPr/>
        </p:nvSpPr>
        <p:spPr>
          <a:xfrm>
            <a:off x="777240" y="4263247"/>
            <a:ext cx="10789920" cy="1005840"/>
          </a:xfrm>
          <a:prstGeom prst="rect">
            <a:avLst/>
          </a:prstGeom>
          <a:solidFill>
            <a:srgbClr val="E6FFFB"/>
          </a:solidFill>
          <a:ln w="15240">
            <a:solidFill>
              <a:srgbClr val="1C7C7D"/>
            </a:solidFill>
          </a:ln>
        </p:spPr>
        <p:txBody>
          <a:bodyPr wrap="square" lIns="1778" tIns="1778" rIns="1778" bIns="1778" rtlCol="0" anchor="ctr">
            <a:normAutofit/>
          </a:bodyPr>
          <a:lstStyle/>
          <a:p>
            <a:pPr algn="ctr"/>
            <a:r>
              <a:rPr lang="en-US" sz="2600" dirty="0" err="1">
                <a:solidFill>
                  <a:srgbClr val="1E293B"/>
                </a:solidFill>
                <a:latin typeface="Aptos" pitchFamily="34" charset="0"/>
                <a:ea typeface="Aptos" pitchFamily="34" charset="-122"/>
                <a:cs typeface="Aptos" pitchFamily="34" charset="-120"/>
              </a:rPr>
              <a:t>GiHub</a:t>
            </a:r>
            <a:r>
              <a:rPr lang="en-US" sz="2600" dirty="0">
                <a:solidFill>
                  <a:srgbClr val="1E293B"/>
                </a:solidFill>
                <a:latin typeface="Aptos" pitchFamily="34" charset="0"/>
                <a:ea typeface="Aptos" pitchFamily="34" charset="-122"/>
                <a:cs typeface="Aptos" pitchFamily="34" charset="-120"/>
              </a:rPr>
              <a:t>: </a:t>
            </a:r>
            <a:r>
              <a:rPr lang="en-US" sz="2600" b="1" dirty="0">
                <a:solidFill>
                  <a:srgbClr val="1E293B"/>
                </a:solidFill>
                <a:latin typeface="Aptos" pitchFamily="34" charset="0"/>
                <a:ea typeface="Aptos" pitchFamily="34" charset="-122"/>
                <a:cs typeface="Aptos" pitchFamily="34" charset="-120"/>
                <a:hlinkClick r:id="rId5"/>
              </a:rPr>
              <a:t>https://github.com/MyStatisticalConsultant/curvigram-explorer</a:t>
            </a:r>
            <a:endParaRPr lang="en-US" sz="2600" b="1"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TAKE-HOME PRACTICE</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After the workshop: your reproducible workflow</a:t>
            </a:r>
            <a:endParaRPr lang="en-US" sz="3000" dirty="0"/>
          </a:p>
        </p:txBody>
      </p:sp>
      <p:sp>
        <p:nvSpPr>
          <p:cNvPr id="4" name="Shape 2"/>
          <p:cNvSpPr/>
          <p:nvPr/>
        </p:nvSpPr>
        <p:spPr>
          <a:xfrm>
            <a:off x="548640" y="1290447"/>
            <a:ext cx="11018520" cy="0"/>
          </a:xfrm>
          <a:prstGeom prst="line">
            <a:avLst/>
          </a:prstGeom>
          <a:noFill/>
          <a:ln w="12700">
            <a:solidFill>
              <a:srgbClr val="CBD5E1"/>
            </a:solidFill>
            <a:prstDash val="solid"/>
          </a:ln>
        </p:spPr>
        <p:txBody>
          <a:bodyPr/>
          <a:lstStyle/>
          <a:p>
            <a:endParaRPr lang="en-US"/>
          </a:p>
        </p:txBody>
      </p:sp>
      <p:grpSp>
        <p:nvGrpSpPr>
          <p:cNvPr id="20" name="Group 19">
            <a:extLst>
              <a:ext uri="{FF2B5EF4-FFF2-40B4-BE49-F238E27FC236}">
                <a16:creationId xmlns:a16="http://schemas.microsoft.com/office/drawing/2014/main" id="{602BC138-9AAD-ABF1-F86F-09C06B16567D}"/>
              </a:ext>
            </a:extLst>
          </p:cNvPr>
          <p:cNvGrpSpPr/>
          <p:nvPr/>
        </p:nvGrpSpPr>
        <p:grpSpPr>
          <a:xfrm>
            <a:off x="822960" y="1780413"/>
            <a:ext cx="10241280" cy="384048"/>
            <a:chOff x="868680" y="1298448"/>
            <a:chExt cx="10241280" cy="384048"/>
          </a:xfrm>
        </p:grpSpPr>
        <p:sp>
          <p:nvSpPr>
            <p:cNvPr id="5" name="Text 3"/>
            <p:cNvSpPr/>
            <p:nvPr/>
          </p:nvSpPr>
          <p:spPr>
            <a:xfrm>
              <a:off x="868680" y="1298448"/>
              <a:ext cx="384048" cy="384048"/>
            </a:xfrm>
            <a:prstGeom prst="rect">
              <a:avLst/>
            </a:prstGeom>
            <a:solidFill>
              <a:srgbClr val="1C7C7D"/>
            </a:solidFill>
            <a:ln/>
          </p:spPr>
          <p:txBody>
            <a:bodyPr wrap="square" lIns="381" tIns="381" rIns="381" bIns="381" rtlCol="0" anchor="ctr"/>
            <a:lstStyle/>
            <a:p>
              <a:pPr marL="0" indent="0" algn="ctr">
                <a:buNone/>
              </a:pPr>
              <a:r>
                <a:rPr lang="en-US" sz="2400" b="1" dirty="0">
                  <a:solidFill>
                    <a:srgbClr val="FFFFFF"/>
                  </a:solidFill>
                </a:rPr>
                <a:t>1</a:t>
              </a:r>
              <a:endParaRPr lang="en-US" sz="2400" dirty="0"/>
            </a:p>
          </p:txBody>
        </p:sp>
        <p:sp>
          <p:nvSpPr>
            <p:cNvPr id="6" name="Text 4"/>
            <p:cNvSpPr/>
            <p:nvPr/>
          </p:nvSpPr>
          <p:spPr>
            <a:xfrm>
              <a:off x="1417320" y="1325880"/>
              <a:ext cx="9692640" cy="347472"/>
            </a:xfrm>
            <a:prstGeom prst="rect">
              <a:avLst/>
            </a:prstGeom>
            <a:noFill/>
            <a:ln/>
          </p:spPr>
          <p:txBody>
            <a:bodyPr wrap="square" lIns="635" tIns="635" rIns="635" bIns="635" rtlCol="0" anchor="t">
              <a:noAutofit/>
            </a:bodyPr>
            <a:lstStyle/>
            <a:p>
              <a:pPr marL="0" indent="0" algn="l">
                <a:buNone/>
              </a:pPr>
              <a:r>
                <a:rPr lang="en-US" sz="2400" dirty="0">
                  <a:solidFill>
                    <a:srgbClr val="1E293B"/>
                  </a:solidFill>
                  <a:latin typeface="Aptos" pitchFamily="34" charset="0"/>
                  <a:ea typeface="Aptos" pitchFamily="34" charset="-122"/>
                  <a:cs typeface="Aptos" pitchFamily="34" charset="-120"/>
                </a:rPr>
                <a:t>Start with a clear research question</a:t>
              </a:r>
              <a:endParaRPr lang="en-US" sz="2400" dirty="0"/>
            </a:p>
          </p:txBody>
        </p:sp>
      </p:grpSp>
      <p:grpSp>
        <p:nvGrpSpPr>
          <p:cNvPr id="21" name="Group 20">
            <a:extLst>
              <a:ext uri="{FF2B5EF4-FFF2-40B4-BE49-F238E27FC236}">
                <a16:creationId xmlns:a16="http://schemas.microsoft.com/office/drawing/2014/main" id="{666D61DB-0563-D69C-B6E8-7F8CFE00C903}"/>
              </a:ext>
            </a:extLst>
          </p:cNvPr>
          <p:cNvGrpSpPr/>
          <p:nvPr/>
        </p:nvGrpSpPr>
        <p:grpSpPr>
          <a:xfrm>
            <a:off x="822960" y="2466213"/>
            <a:ext cx="10241280" cy="384048"/>
            <a:chOff x="868680" y="1984248"/>
            <a:chExt cx="10241280" cy="384048"/>
          </a:xfrm>
        </p:grpSpPr>
        <p:sp>
          <p:nvSpPr>
            <p:cNvPr id="7" name="Text 5"/>
            <p:cNvSpPr/>
            <p:nvPr/>
          </p:nvSpPr>
          <p:spPr>
            <a:xfrm>
              <a:off x="868680" y="1984248"/>
              <a:ext cx="384048" cy="384048"/>
            </a:xfrm>
            <a:prstGeom prst="rect">
              <a:avLst/>
            </a:prstGeom>
            <a:solidFill>
              <a:srgbClr val="1C7C7D"/>
            </a:solidFill>
            <a:ln/>
          </p:spPr>
          <p:txBody>
            <a:bodyPr wrap="square" lIns="381" tIns="381" rIns="381" bIns="381" rtlCol="0" anchor="ctr"/>
            <a:lstStyle/>
            <a:p>
              <a:pPr marL="0" indent="0" algn="ctr">
                <a:buNone/>
              </a:pPr>
              <a:r>
                <a:rPr lang="en-US" sz="2400" b="1" dirty="0">
                  <a:solidFill>
                    <a:srgbClr val="FFFFFF"/>
                  </a:solidFill>
                </a:rPr>
                <a:t>2</a:t>
              </a:r>
              <a:endParaRPr lang="en-US" sz="2400" dirty="0"/>
            </a:p>
          </p:txBody>
        </p:sp>
        <p:sp>
          <p:nvSpPr>
            <p:cNvPr id="8" name="Text 6"/>
            <p:cNvSpPr/>
            <p:nvPr/>
          </p:nvSpPr>
          <p:spPr>
            <a:xfrm>
              <a:off x="1417320" y="2011680"/>
              <a:ext cx="9692640" cy="347472"/>
            </a:xfrm>
            <a:prstGeom prst="rect">
              <a:avLst/>
            </a:prstGeom>
            <a:noFill/>
            <a:ln/>
          </p:spPr>
          <p:txBody>
            <a:bodyPr wrap="square" lIns="635" tIns="635" rIns="635" bIns="635" rtlCol="0" anchor="t">
              <a:noAutofit/>
            </a:bodyPr>
            <a:lstStyle/>
            <a:p>
              <a:pPr marL="0" indent="0" algn="l">
                <a:buNone/>
              </a:pPr>
              <a:r>
                <a:rPr lang="en-US" sz="2400" dirty="0">
                  <a:solidFill>
                    <a:srgbClr val="1E293B"/>
                  </a:solidFill>
                  <a:latin typeface="Aptos" pitchFamily="34" charset="0"/>
                  <a:ea typeface="Aptos" pitchFamily="34" charset="-122"/>
                  <a:cs typeface="Aptos" pitchFamily="34" charset="-120"/>
                </a:rPr>
                <a:t>Check data type: linear, circular, directional or axial</a:t>
              </a:r>
              <a:endParaRPr lang="en-US" sz="2400" dirty="0"/>
            </a:p>
          </p:txBody>
        </p:sp>
      </p:grpSp>
      <p:grpSp>
        <p:nvGrpSpPr>
          <p:cNvPr id="22" name="Group 21">
            <a:extLst>
              <a:ext uri="{FF2B5EF4-FFF2-40B4-BE49-F238E27FC236}">
                <a16:creationId xmlns:a16="http://schemas.microsoft.com/office/drawing/2014/main" id="{3297824D-0BFD-F70F-A66C-F292AA01B5A4}"/>
              </a:ext>
            </a:extLst>
          </p:cNvPr>
          <p:cNvGrpSpPr/>
          <p:nvPr/>
        </p:nvGrpSpPr>
        <p:grpSpPr>
          <a:xfrm>
            <a:off x="822960" y="3152013"/>
            <a:ext cx="10241280" cy="384048"/>
            <a:chOff x="868680" y="2670048"/>
            <a:chExt cx="10241280" cy="384048"/>
          </a:xfrm>
        </p:grpSpPr>
        <p:sp>
          <p:nvSpPr>
            <p:cNvPr id="9" name="Text 7"/>
            <p:cNvSpPr/>
            <p:nvPr/>
          </p:nvSpPr>
          <p:spPr>
            <a:xfrm>
              <a:off x="868680" y="2670048"/>
              <a:ext cx="384048" cy="384048"/>
            </a:xfrm>
            <a:prstGeom prst="rect">
              <a:avLst/>
            </a:prstGeom>
            <a:solidFill>
              <a:srgbClr val="1C7C7D"/>
            </a:solidFill>
            <a:ln/>
          </p:spPr>
          <p:txBody>
            <a:bodyPr wrap="square" lIns="381" tIns="381" rIns="381" bIns="381" rtlCol="0" anchor="ctr"/>
            <a:lstStyle/>
            <a:p>
              <a:pPr marL="0" indent="0" algn="ctr">
                <a:buNone/>
              </a:pPr>
              <a:r>
                <a:rPr lang="en-US" sz="2400" b="1" dirty="0">
                  <a:solidFill>
                    <a:srgbClr val="FFFFFF"/>
                  </a:solidFill>
                </a:rPr>
                <a:t>3</a:t>
              </a:r>
              <a:endParaRPr lang="en-US" sz="2400" dirty="0"/>
            </a:p>
          </p:txBody>
        </p:sp>
        <p:sp>
          <p:nvSpPr>
            <p:cNvPr id="10" name="Text 8"/>
            <p:cNvSpPr/>
            <p:nvPr/>
          </p:nvSpPr>
          <p:spPr>
            <a:xfrm>
              <a:off x="1417320" y="2697480"/>
              <a:ext cx="9692640" cy="347472"/>
            </a:xfrm>
            <a:prstGeom prst="rect">
              <a:avLst/>
            </a:prstGeom>
            <a:noFill/>
            <a:ln/>
          </p:spPr>
          <p:txBody>
            <a:bodyPr wrap="square" lIns="635" tIns="635" rIns="635" bIns="635" rtlCol="0" anchor="t">
              <a:noAutofit/>
            </a:bodyPr>
            <a:lstStyle/>
            <a:p>
              <a:pPr marL="0" indent="0" algn="l">
                <a:buNone/>
              </a:pPr>
              <a:r>
                <a:rPr lang="en-US" sz="2400" dirty="0">
                  <a:solidFill>
                    <a:srgbClr val="1E293B"/>
                  </a:solidFill>
                  <a:latin typeface="Aptos" pitchFamily="34" charset="0"/>
                  <a:ea typeface="Aptos" pitchFamily="34" charset="-122"/>
                  <a:cs typeface="Aptos" pitchFamily="34" charset="-120"/>
                </a:rPr>
                <a:t>Plot before testing</a:t>
              </a:r>
              <a:endParaRPr lang="en-US" sz="2400" dirty="0"/>
            </a:p>
          </p:txBody>
        </p:sp>
      </p:grpSp>
      <p:grpSp>
        <p:nvGrpSpPr>
          <p:cNvPr id="23" name="Group 22">
            <a:extLst>
              <a:ext uri="{FF2B5EF4-FFF2-40B4-BE49-F238E27FC236}">
                <a16:creationId xmlns:a16="http://schemas.microsoft.com/office/drawing/2014/main" id="{4E03C82A-1F29-0CBE-BAD0-B06377AC2E2F}"/>
              </a:ext>
            </a:extLst>
          </p:cNvPr>
          <p:cNvGrpSpPr/>
          <p:nvPr/>
        </p:nvGrpSpPr>
        <p:grpSpPr>
          <a:xfrm>
            <a:off x="822960" y="3837813"/>
            <a:ext cx="10241280" cy="384048"/>
            <a:chOff x="868680" y="3355848"/>
            <a:chExt cx="10241280" cy="384048"/>
          </a:xfrm>
        </p:grpSpPr>
        <p:sp>
          <p:nvSpPr>
            <p:cNvPr id="11" name="Text 9"/>
            <p:cNvSpPr/>
            <p:nvPr/>
          </p:nvSpPr>
          <p:spPr>
            <a:xfrm>
              <a:off x="868680" y="3355848"/>
              <a:ext cx="384048" cy="384048"/>
            </a:xfrm>
            <a:prstGeom prst="rect">
              <a:avLst/>
            </a:prstGeom>
            <a:solidFill>
              <a:srgbClr val="1C7C7D"/>
            </a:solidFill>
            <a:ln/>
          </p:spPr>
          <p:txBody>
            <a:bodyPr wrap="square" lIns="381" tIns="381" rIns="381" bIns="381" rtlCol="0" anchor="ctr"/>
            <a:lstStyle/>
            <a:p>
              <a:pPr marL="0" indent="0" algn="ctr">
                <a:buNone/>
              </a:pPr>
              <a:r>
                <a:rPr lang="en-US" sz="2400" b="1" dirty="0">
                  <a:solidFill>
                    <a:srgbClr val="FFFFFF"/>
                  </a:solidFill>
                </a:rPr>
                <a:t>4</a:t>
              </a:r>
              <a:endParaRPr lang="en-US" sz="2400" dirty="0"/>
            </a:p>
          </p:txBody>
        </p:sp>
        <p:sp>
          <p:nvSpPr>
            <p:cNvPr id="12" name="Text 10"/>
            <p:cNvSpPr/>
            <p:nvPr/>
          </p:nvSpPr>
          <p:spPr>
            <a:xfrm>
              <a:off x="1417320" y="3383280"/>
              <a:ext cx="9692640" cy="347472"/>
            </a:xfrm>
            <a:prstGeom prst="rect">
              <a:avLst/>
            </a:prstGeom>
            <a:noFill/>
            <a:ln/>
          </p:spPr>
          <p:txBody>
            <a:bodyPr wrap="square" lIns="635" tIns="635" rIns="635" bIns="635" rtlCol="0" anchor="t">
              <a:noAutofit/>
            </a:bodyPr>
            <a:lstStyle/>
            <a:p>
              <a:pPr marL="0" indent="0" algn="l">
                <a:buNone/>
              </a:pPr>
              <a:r>
                <a:rPr lang="en-US" sz="2400" dirty="0">
                  <a:solidFill>
                    <a:srgbClr val="1E293B"/>
                  </a:solidFill>
                  <a:latin typeface="Aptos" pitchFamily="34" charset="0"/>
                  <a:ea typeface="Aptos" pitchFamily="34" charset="-122"/>
                  <a:cs typeface="Aptos" pitchFamily="34" charset="-120"/>
                </a:rPr>
                <a:t>Run the appropriate script or app workflow</a:t>
              </a:r>
              <a:endParaRPr lang="en-US" sz="2400" dirty="0"/>
            </a:p>
          </p:txBody>
        </p:sp>
      </p:grpSp>
      <p:grpSp>
        <p:nvGrpSpPr>
          <p:cNvPr id="24" name="Group 23">
            <a:extLst>
              <a:ext uri="{FF2B5EF4-FFF2-40B4-BE49-F238E27FC236}">
                <a16:creationId xmlns:a16="http://schemas.microsoft.com/office/drawing/2014/main" id="{3C8FDCC6-D1C5-0738-9D82-CD95DAE60DDA}"/>
              </a:ext>
            </a:extLst>
          </p:cNvPr>
          <p:cNvGrpSpPr/>
          <p:nvPr/>
        </p:nvGrpSpPr>
        <p:grpSpPr>
          <a:xfrm>
            <a:off x="822960" y="4523613"/>
            <a:ext cx="10241280" cy="384048"/>
            <a:chOff x="868680" y="4041648"/>
            <a:chExt cx="10241280" cy="384048"/>
          </a:xfrm>
        </p:grpSpPr>
        <p:sp>
          <p:nvSpPr>
            <p:cNvPr id="13" name="Text 11"/>
            <p:cNvSpPr/>
            <p:nvPr/>
          </p:nvSpPr>
          <p:spPr>
            <a:xfrm>
              <a:off x="868680" y="4041648"/>
              <a:ext cx="384048" cy="384048"/>
            </a:xfrm>
            <a:prstGeom prst="rect">
              <a:avLst/>
            </a:prstGeom>
            <a:solidFill>
              <a:srgbClr val="1C7C7D"/>
            </a:solidFill>
            <a:ln/>
          </p:spPr>
          <p:txBody>
            <a:bodyPr wrap="square" lIns="381" tIns="381" rIns="381" bIns="381" rtlCol="0" anchor="ctr"/>
            <a:lstStyle/>
            <a:p>
              <a:pPr marL="0" indent="0" algn="ctr">
                <a:buNone/>
              </a:pPr>
              <a:r>
                <a:rPr lang="en-US" sz="2400" b="1" dirty="0">
                  <a:solidFill>
                    <a:srgbClr val="FFFFFF"/>
                  </a:solidFill>
                </a:rPr>
                <a:t>5</a:t>
              </a:r>
              <a:endParaRPr lang="en-US" sz="2400" dirty="0"/>
            </a:p>
          </p:txBody>
        </p:sp>
        <p:sp>
          <p:nvSpPr>
            <p:cNvPr id="14" name="Text 12"/>
            <p:cNvSpPr/>
            <p:nvPr/>
          </p:nvSpPr>
          <p:spPr>
            <a:xfrm>
              <a:off x="1417320" y="4069080"/>
              <a:ext cx="9692640" cy="347472"/>
            </a:xfrm>
            <a:prstGeom prst="rect">
              <a:avLst/>
            </a:prstGeom>
            <a:noFill/>
            <a:ln/>
          </p:spPr>
          <p:txBody>
            <a:bodyPr wrap="square" lIns="635" tIns="635" rIns="635" bIns="635" rtlCol="0" anchor="t">
              <a:noAutofit/>
            </a:bodyPr>
            <a:lstStyle/>
            <a:p>
              <a:pPr marL="0" indent="0" algn="l">
                <a:buNone/>
              </a:pPr>
              <a:r>
                <a:rPr lang="en-US" sz="2400" dirty="0">
                  <a:solidFill>
                    <a:srgbClr val="1E293B"/>
                  </a:solidFill>
                  <a:latin typeface="Aptos" pitchFamily="34" charset="0"/>
                  <a:ea typeface="Aptos" pitchFamily="34" charset="-122"/>
                  <a:cs typeface="Aptos" pitchFamily="34" charset="-120"/>
                </a:rPr>
                <a:t>Do sensitivity checks</a:t>
              </a:r>
              <a:endParaRPr lang="en-US" sz="2400" dirty="0"/>
            </a:p>
          </p:txBody>
        </p:sp>
      </p:grpSp>
      <p:grpSp>
        <p:nvGrpSpPr>
          <p:cNvPr id="25" name="Group 24">
            <a:extLst>
              <a:ext uri="{FF2B5EF4-FFF2-40B4-BE49-F238E27FC236}">
                <a16:creationId xmlns:a16="http://schemas.microsoft.com/office/drawing/2014/main" id="{528444A4-0743-E5B8-FAA7-09D66F555D14}"/>
              </a:ext>
            </a:extLst>
          </p:cNvPr>
          <p:cNvGrpSpPr/>
          <p:nvPr/>
        </p:nvGrpSpPr>
        <p:grpSpPr>
          <a:xfrm>
            <a:off x="822960" y="5209413"/>
            <a:ext cx="10241280" cy="384048"/>
            <a:chOff x="868680" y="4727448"/>
            <a:chExt cx="10241280" cy="384048"/>
          </a:xfrm>
        </p:grpSpPr>
        <p:sp>
          <p:nvSpPr>
            <p:cNvPr id="15" name="Text 13"/>
            <p:cNvSpPr/>
            <p:nvPr/>
          </p:nvSpPr>
          <p:spPr>
            <a:xfrm>
              <a:off x="868680" y="4727448"/>
              <a:ext cx="384048" cy="384048"/>
            </a:xfrm>
            <a:prstGeom prst="rect">
              <a:avLst/>
            </a:prstGeom>
            <a:solidFill>
              <a:srgbClr val="1C7C7D"/>
            </a:solidFill>
            <a:ln/>
          </p:spPr>
          <p:txBody>
            <a:bodyPr wrap="square" lIns="381" tIns="381" rIns="381" bIns="381" rtlCol="0" anchor="ctr"/>
            <a:lstStyle/>
            <a:p>
              <a:pPr marL="0" indent="0" algn="ctr">
                <a:buNone/>
              </a:pPr>
              <a:r>
                <a:rPr lang="en-US" sz="2400" b="1" dirty="0">
                  <a:solidFill>
                    <a:srgbClr val="FFFFFF"/>
                  </a:solidFill>
                </a:rPr>
                <a:t>6</a:t>
              </a:r>
              <a:endParaRPr lang="en-US" sz="2400" dirty="0"/>
            </a:p>
          </p:txBody>
        </p:sp>
        <p:sp>
          <p:nvSpPr>
            <p:cNvPr id="16" name="Text 14"/>
            <p:cNvSpPr/>
            <p:nvPr/>
          </p:nvSpPr>
          <p:spPr>
            <a:xfrm>
              <a:off x="1417320" y="4754880"/>
              <a:ext cx="9692640" cy="347472"/>
            </a:xfrm>
            <a:prstGeom prst="rect">
              <a:avLst/>
            </a:prstGeom>
            <a:noFill/>
            <a:ln/>
          </p:spPr>
          <p:txBody>
            <a:bodyPr wrap="square" lIns="635" tIns="635" rIns="635" bIns="635" rtlCol="0" anchor="t">
              <a:noAutofit/>
            </a:bodyPr>
            <a:lstStyle/>
            <a:p>
              <a:pPr marL="0" indent="0" algn="l">
                <a:buNone/>
              </a:pPr>
              <a:r>
                <a:rPr lang="en-US" sz="2400" dirty="0">
                  <a:solidFill>
                    <a:srgbClr val="1E293B"/>
                  </a:solidFill>
                  <a:latin typeface="Aptos" pitchFamily="34" charset="0"/>
                  <a:ea typeface="Aptos" pitchFamily="34" charset="-122"/>
                  <a:cs typeface="Aptos" pitchFamily="34" charset="-120"/>
                </a:rPr>
                <a:t>Export graph, table and method notes</a:t>
              </a:r>
              <a:endParaRPr lang="en-US" sz="2400" dirty="0"/>
            </a:p>
          </p:txBody>
        </p:sp>
      </p:grpSp>
      <p:sp>
        <p:nvSpPr>
          <p:cNvPr id="17" name="Shape 15"/>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8" name="Text 16"/>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Comparison, AI and takeaways</a:t>
            </a:r>
            <a:endParaRPr lang="en-US" sz="750" dirty="0"/>
          </a:p>
        </p:txBody>
      </p:sp>
      <p:sp>
        <p:nvSpPr>
          <p:cNvPr id="19" name="TextBox 18"/>
          <p:cNvSpPr txBox="1"/>
          <p:nvPr/>
        </p:nvSpPr>
        <p:spPr>
          <a:xfrm>
            <a:off x="11064240" y="6556248"/>
            <a:ext cx="502920" cy="182880"/>
          </a:xfrm>
          <a:prstGeom prst="rect">
            <a:avLst/>
          </a:prstGeom>
          <a:noFill/>
        </p:spPr>
        <p:txBody>
          <a:bodyPr wrap="none">
            <a:spAutoFit/>
          </a:bodyPr>
          <a:lstStyle/>
          <a:p>
            <a:pPr algn="r"/>
            <a:fld id="{38A0592D-EC46-4EF2-91B6-2CE3FA718574}" type="slidenum">
              <a:rPr lang="en-US" sz="700">
                <a:solidFill>
                  <a:srgbClr val="6E7B86"/>
                </a:solidFill>
              </a:rPr>
              <a:t>44</a:t>
            </a:fld>
            <a:endParaRPr lang="en-US" sz="700">
              <a:solidFill>
                <a:srgbClr val="6E7B8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FINAL CAUTION</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What not to claim</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sp>
        <p:nvSpPr>
          <p:cNvPr id="5" name="Text 3"/>
          <p:cNvSpPr/>
          <p:nvPr/>
        </p:nvSpPr>
        <p:spPr>
          <a:xfrm>
            <a:off x="914400" y="1600200"/>
            <a:ext cx="10149840" cy="640080"/>
          </a:xfrm>
          <a:prstGeom prst="rect">
            <a:avLst/>
          </a:prstGeom>
          <a:solidFill>
            <a:srgbClr val="FEE2E2"/>
          </a:solidFill>
          <a:ln w="15240">
            <a:solidFill>
              <a:srgbClr val="B84A4A"/>
            </a:solidFill>
          </a:ln>
        </p:spPr>
        <p:txBody>
          <a:bodyPr wrap="square" lIns="1778" tIns="1778" rIns="1778" bIns="1778" rtlCol="0" anchor="ctr">
            <a:normAutofit/>
          </a:bodyPr>
          <a:lstStyle/>
          <a:p>
            <a:pPr marL="0" indent="0" algn="ctr">
              <a:buNone/>
            </a:pPr>
            <a:r>
              <a:rPr lang="en-US" sz="2600" dirty="0">
                <a:solidFill>
                  <a:srgbClr val="1E293B"/>
                </a:solidFill>
                <a:latin typeface="Aptos" pitchFamily="34" charset="0"/>
                <a:ea typeface="Aptos" pitchFamily="34" charset="-122"/>
                <a:cs typeface="Aptos" pitchFamily="34" charset="-120"/>
              </a:rPr>
              <a:t>“The peak proves intentional astronomical alignment.”</a:t>
            </a:r>
            <a:endParaRPr lang="en-US" sz="2600" dirty="0"/>
          </a:p>
        </p:txBody>
      </p:sp>
      <p:sp>
        <p:nvSpPr>
          <p:cNvPr id="6" name="Text 4"/>
          <p:cNvSpPr/>
          <p:nvPr/>
        </p:nvSpPr>
        <p:spPr>
          <a:xfrm>
            <a:off x="914400" y="2788920"/>
            <a:ext cx="1828800" cy="320040"/>
          </a:xfrm>
          <a:prstGeom prst="rect">
            <a:avLst/>
          </a:prstGeom>
          <a:noFill/>
          <a:ln/>
        </p:spPr>
        <p:txBody>
          <a:bodyPr wrap="square" lIns="635" tIns="635" rIns="635" bIns="635" rtlCol="0" anchor="t">
            <a:noAutofit/>
          </a:bodyPr>
          <a:lstStyle/>
          <a:p>
            <a:pPr marL="0" indent="0" algn="l">
              <a:buNone/>
            </a:pPr>
            <a:r>
              <a:rPr lang="en-US" sz="2800" b="1" dirty="0">
                <a:solidFill>
                  <a:srgbClr val="17324D"/>
                </a:solidFill>
                <a:latin typeface="Aptos" pitchFamily="34" charset="0"/>
                <a:ea typeface="Aptos" pitchFamily="34" charset="-122"/>
                <a:cs typeface="Aptos" pitchFamily="34" charset="-120"/>
              </a:rPr>
              <a:t>Prefer:</a:t>
            </a:r>
            <a:endParaRPr lang="en-US" sz="2800" dirty="0"/>
          </a:p>
        </p:txBody>
      </p:sp>
      <p:sp>
        <p:nvSpPr>
          <p:cNvPr id="7" name="Text 5"/>
          <p:cNvSpPr/>
          <p:nvPr/>
        </p:nvSpPr>
        <p:spPr>
          <a:xfrm>
            <a:off x="914400" y="3246120"/>
            <a:ext cx="10149840" cy="1440180"/>
          </a:xfrm>
          <a:prstGeom prst="rect">
            <a:avLst/>
          </a:prstGeom>
          <a:solidFill>
            <a:srgbClr val="EFF6FF"/>
          </a:solidFill>
          <a:ln w="15240">
            <a:solidFill>
              <a:srgbClr val="1F4E79"/>
            </a:solidFill>
          </a:ln>
        </p:spPr>
        <p:txBody>
          <a:bodyPr wrap="square" lIns="1778" tIns="1778" rIns="1778" bIns="1778" rtlCol="0" anchor="ctr">
            <a:noAutofit/>
          </a:bodyPr>
          <a:lstStyle/>
          <a:p>
            <a:pPr marL="0" indent="0" algn="ctr">
              <a:buNone/>
            </a:pPr>
            <a:r>
              <a:rPr lang="en-US" sz="2600" dirty="0">
                <a:solidFill>
                  <a:srgbClr val="1E293B"/>
                </a:solidFill>
                <a:latin typeface="Aptos" pitchFamily="34" charset="0"/>
                <a:ea typeface="Aptos" pitchFamily="34" charset="-122"/>
                <a:cs typeface="Aptos" pitchFamily="34" charset="-120"/>
              </a:rPr>
              <a:t>“The analysis identifies a robust concentration near X°. Any astronomical interpretation requires independent archaeological and contextual support.”</a:t>
            </a:r>
            <a:endParaRPr lang="en-US" sz="2600" dirty="0"/>
          </a:p>
        </p:txBody>
      </p:sp>
      <p:sp>
        <p:nvSpPr>
          <p:cNvPr id="8" name="Text 6"/>
          <p:cNvSpPr/>
          <p:nvPr/>
        </p:nvSpPr>
        <p:spPr>
          <a:xfrm>
            <a:off x="914400" y="5166359"/>
            <a:ext cx="10332720" cy="872489"/>
          </a:xfrm>
          <a:prstGeom prst="rect">
            <a:avLst/>
          </a:prstGeom>
          <a:noFill/>
          <a:ln/>
        </p:spPr>
        <p:txBody>
          <a:bodyPr wrap="square" lIns="635" tIns="635" rIns="635" bIns="635" rtlCol="0" anchor="t">
            <a:noAutofit/>
          </a:bodyPr>
          <a:lstStyle/>
          <a:p>
            <a:pPr marL="0" indent="0" algn="ctr">
              <a:buNone/>
            </a:pPr>
            <a:r>
              <a:rPr lang="en-US" sz="2600" b="1" dirty="0">
                <a:solidFill>
                  <a:srgbClr val="17324D"/>
                </a:solidFill>
                <a:latin typeface="Aptos" pitchFamily="34" charset="0"/>
                <a:ea typeface="Aptos" pitchFamily="34" charset="-122"/>
                <a:cs typeface="Aptos" pitchFamily="34" charset="-120"/>
              </a:rPr>
              <a:t>Statistics strengthens interpretation by making assumptions visible, not by replacing interpretation.</a:t>
            </a:r>
            <a:endParaRPr lang="en-US" sz="2600" dirty="0"/>
          </a:p>
        </p:txBody>
      </p:sp>
      <p:sp>
        <p:nvSpPr>
          <p:cNvPr id="9" name="Shape 7"/>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0" name="Text 8"/>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Comparison, AI and takeaways</a:t>
            </a:r>
            <a:endParaRPr lang="en-US" sz="750" dirty="0"/>
          </a:p>
        </p:txBody>
      </p:sp>
      <p:sp>
        <p:nvSpPr>
          <p:cNvPr id="11" name="TextBox 10"/>
          <p:cNvSpPr txBox="1"/>
          <p:nvPr/>
        </p:nvSpPr>
        <p:spPr>
          <a:xfrm>
            <a:off x="11064240" y="6556248"/>
            <a:ext cx="502920" cy="182880"/>
          </a:xfrm>
          <a:prstGeom prst="rect">
            <a:avLst/>
          </a:prstGeom>
          <a:noFill/>
        </p:spPr>
        <p:txBody>
          <a:bodyPr wrap="none">
            <a:spAutoFit/>
          </a:bodyPr>
          <a:lstStyle/>
          <a:p>
            <a:pPr algn="r"/>
            <a:fld id="{2B7A43D7-0353-46A7-BC84-A0F25744E045}" type="slidenum">
              <a:rPr lang="en-US" sz="700">
                <a:solidFill>
                  <a:srgbClr val="6E7B86"/>
                </a:solidFill>
              </a:rPr>
              <a:t>45</a:t>
            </a:fld>
            <a:endParaRPr lang="en-US" sz="700">
              <a:solidFill>
                <a:srgbClr val="6E7B86"/>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94360" y="201168"/>
            <a:ext cx="10972800" cy="164592"/>
          </a:xfrm>
          <a:prstGeom prst="rect">
            <a:avLst/>
          </a:prstGeom>
          <a:noFill/>
          <a:ln/>
        </p:spPr>
        <p:txBody>
          <a:bodyPr wrap="square" rtlCol="0" anchor="ctr"/>
          <a:lstStyle/>
          <a:p>
            <a:pPr marL="0" indent="0">
              <a:buNone/>
            </a:pPr>
            <a:r>
              <a:rPr lang="en-US" sz="850" b="1" dirty="0">
                <a:solidFill>
                  <a:srgbClr val="1C7C7D"/>
                </a:solidFill>
                <a:latin typeface="Aptos" pitchFamily="34" charset="0"/>
                <a:ea typeface="Aptos" pitchFamily="34" charset="-122"/>
                <a:cs typeface="Aptos" pitchFamily="34" charset="-120"/>
              </a:rPr>
              <a:t>CLOSE</a:t>
            </a:r>
            <a:endParaRPr lang="en-US" sz="850" dirty="0"/>
          </a:p>
        </p:txBody>
      </p:sp>
      <p:sp>
        <p:nvSpPr>
          <p:cNvPr id="3" name="Text 1"/>
          <p:cNvSpPr/>
          <p:nvPr/>
        </p:nvSpPr>
        <p:spPr>
          <a:xfrm>
            <a:off x="594360" y="621792"/>
            <a:ext cx="11064240" cy="411480"/>
          </a:xfrm>
          <a:prstGeom prst="rect">
            <a:avLst/>
          </a:prstGeom>
          <a:noFill/>
          <a:ln/>
        </p:spPr>
        <p:txBody>
          <a:bodyPr wrap="square" lIns="0" tIns="0" rIns="0" bIns="0" rtlCol="0" anchor="ctr"/>
          <a:lstStyle/>
          <a:p>
            <a:pPr marL="0" indent="0">
              <a:buNone/>
            </a:pPr>
            <a:r>
              <a:rPr lang="en-US" sz="3000" b="1" dirty="0">
                <a:solidFill>
                  <a:srgbClr val="17324D"/>
                </a:solidFill>
                <a:latin typeface="Aptos Display" pitchFamily="34" charset="0"/>
                <a:ea typeface="Aptos Display" pitchFamily="34" charset="-122"/>
                <a:cs typeface="Aptos Display" pitchFamily="34" charset="-120"/>
              </a:rPr>
              <a:t>Final take-home messages</a:t>
            </a:r>
            <a:endParaRPr lang="en-US" sz="3000" dirty="0"/>
          </a:p>
        </p:txBody>
      </p:sp>
      <p:sp>
        <p:nvSpPr>
          <p:cNvPr id="4" name="Shape 2"/>
          <p:cNvSpPr/>
          <p:nvPr/>
        </p:nvSpPr>
        <p:spPr>
          <a:xfrm>
            <a:off x="594360" y="1170432"/>
            <a:ext cx="11018520" cy="0"/>
          </a:xfrm>
          <a:prstGeom prst="line">
            <a:avLst/>
          </a:prstGeom>
          <a:noFill/>
          <a:ln w="12700">
            <a:solidFill>
              <a:srgbClr val="CBD5E1"/>
            </a:solidFill>
            <a:prstDash val="solid"/>
          </a:ln>
        </p:spPr>
        <p:txBody>
          <a:bodyPr/>
          <a:lstStyle/>
          <a:p>
            <a:endParaRPr lang="en-US"/>
          </a:p>
        </p:txBody>
      </p:sp>
      <p:grpSp>
        <p:nvGrpSpPr>
          <p:cNvPr id="18" name="Group 17">
            <a:extLst>
              <a:ext uri="{FF2B5EF4-FFF2-40B4-BE49-F238E27FC236}">
                <a16:creationId xmlns:a16="http://schemas.microsoft.com/office/drawing/2014/main" id="{95B4C5F9-3780-18F8-1D1C-20750AD0F6A7}"/>
              </a:ext>
            </a:extLst>
          </p:cNvPr>
          <p:cNvGrpSpPr/>
          <p:nvPr/>
        </p:nvGrpSpPr>
        <p:grpSpPr>
          <a:xfrm>
            <a:off x="960120" y="1673352"/>
            <a:ext cx="10241280" cy="402336"/>
            <a:chOff x="960120" y="1399032"/>
            <a:chExt cx="10241280" cy="402336"/>
          </a:xfrm>
        </p:grpSpPr>
        <p:sp>
          <p:nvSpPr>
            <p:cNvPr id="5" name="Text 3"/>
            <p:cNvSpPr/>
            <p:nvPr/>
          </p:nvSpPr>
          <p:spPr>
            <a:xfrm>
              <a:off x="960120" y="1399032"/>
              <a:ext cx="256032" cy="274320"/>
            </a:xfrm>
            <a:prstGeom prst="rect">
              <a:avLst/>
            </a:prstGeom>
            <a:noFill/>
            <a:ln/>
          </p:spPr>
          <p:txBody>
            <a:bodyPr wrap="square" lIns="0" tIns="0" rIns="0" bIns="0" rtlCol="0" anchor="ctr"/>
            <a:lstStyle/>
            <a:p>
              <a:pPr marL="0" indent="0">
                <a:buNone/>
              </a:pPr>
              <a:r>
                <a:rPr lang="en-US" sz="2400" dirty="0">
                  <a:solidFill>
                    <a:srgbClr val="1C7C7D"/>
                  </a:solidFill>
                </a:rPr>
                <a:t>•</a:t>
              </a:r>
              <a:endParaRPr lang="en-US" sz="2400" dirty="0"/>
            </a:p>
          </p:txBody>
        </p:sp>
        <p:sp>
          <p:nvSpPr>
            <p:cNvPr id="6" name="Text 4"/>
            <p:cNvSpPr/>
            <p:nvPr/>
          </p:nvSpPr>
          <p:spPr>
            <a:xfrm>
              <a:off x="1325880" y="1417320"/>
              <a:ext cx="9875520" cy="384048"/>
            </a:xfrm>
            <a:prstGeom prst="rect">
              <a:avLst/>
            </a:prstGeom>
            <a:noFill/>
            <a:ln/>
          </p:spPr>
          <p:txBody>
            <a:bodyPr wrap="square" lIns="635" tIns="635" rIns="635" bIns="635" rtlCol="0" anchor="t">
              <a:normAutofit/>
            </a:bodyPr>
            <a:lstStyle/>
            <a:p>
              <a:pPr marL="0" indent="0" algn="l">
                <a:buNone/>
              </a:pPr>
              <a:r>
                <a:rPr lang="en-US" sz="2200" dirty="0">
                  <a:solidFill>
                    <a:srgbClr val="1E293B"/>
                  </a:solidFill>
                  <a:latin typeface="Aptos" pitchFamily="34" charset="0"/>
                  <a:ea typeface="Aptos" pitchFamily="34" charset="-122"/>
                  <a:cs typeface="Aptos" pitchFamily="34" charset="-120"/>
                </a:rPr>
                <a:t>Circular data require circular geometry.</a:t>
              </a:r>
              <a:endParaRPr lang="en-US" sz="2200" dirty="0"/>
            </a:p>
          </p:txBody>
        </p:sp>
      </p:grpSp>
      <p:grpSp>
        <p:nvGrpSpPr>
          <p:cNvPr id="19" name="Group 18">
            <a:extLst>
              <a:ext uri="{FF2B5EF4-FFF2-40B4-BE49-F238E27FC236}">
                <a16:creationId xmlns:a16="http://schemas.microsoft.com/office/drawing/2014/main" id="{EAEC7DA7-9B09-9198-694A-17EAE1762C98}"/>
              </a:ext>
            </a:extLst>
          </p:cNvPr>
          <p:cNvGrpSpPr/>
          <p:nvPr/>
        </p:nvGrpSpPr>
        <p:grpSpPr>
          <a:xfrm>
            <a:off x="960120" y="2423160"/>
            <a:ext cx="10241280" cy="402336"/>
            <a:chOff x="960120" y="2148840"/>
            <a:chExt cx="10241280" cy="402336"/>
          </a:xfrm>
        </p:grpSpPr>
        <p:sp>
          <p:nvSpPr>
            <p:cNvPr id="7" name="Text 5"/>
            <p:cNvSpPr/>
            <p:nvPr/>
          </p:nvSpPr>
          <p:spPr>
            <a:xfrm>
              <a:off x="960120" y="2148840"/>
              <a:ext cx="256032" cy="274320"/>
            </a:xfrm>
            <a:prstGeom prst="rect">
              <a:avLst/>
            </a:prstGeom>
            <a:noFill/>
            <a:ln/>
          </p:spPr>
          <p:txBody>
            <a:bodyPr wrap="square" lIns="0" tIns="0" rIns="0" bIns="0" rtlCol="0" anchor="ctr"/>
            <a:lstStyle/>
            <a:p>
              <a:pPr marL="0" indent="0">
                <a:buNone/>
              </a:pPr>
              <a:r>
                <a:rPr lang="en-US" sz="2400" dirty="0">
                  <a:solidFill>
                    <a:srgbClr val="1C7C7D"/>
                  </a:solidFill>
                </a:rPr>
                <a:t>•</a:t>
              </a:r>
              <a:endParaRPr lang="en-US" sz="2400" dirty="0"/>
            </a:p>
          </p:txBody>
        </p:sp>
        <p:sp>
          <p:nvSpPr>
            <p:cNvPr id="8" name="Text 6"/>
            <p:cNvSpPr/>
            <p:nvPr/>
          </p:nvSpPr>
          <p:spPr>
            <a:xfrm>
              <a:off x="1325880" y="2167128"/>
              <a:ext cx="9875520" cy="384048"/>
            </a:xfrm>
            <a:prstGeom prst="rect">
              <a:avLst/>
            </a:prstGeom>
            <a:noFill/>
            <a:ln/>
          </p:spPr>
          <p:txBody>
            <a:bodyPr wrap="square" lIns="635" tIns="635" rIns="635" bIns="635" rtlCol="0" anchor="t">
              <a:normAutofit/>
            </a:bodyPr>
            <a:lstStyle/>
            <a:p>
              <a:pPr marL="0" indent="0" algn="l">
                <a:buNone/>
              </a:pPr>
              <a:r>
                <a:rPr lang="en-US" sz="2200" dirty="0">
                  <a:solidFill>
                    <a:srgbClr val="1E293B"/>
                  </a:solidFill>
                  <a:latin typeface="Aptos" pitchFamily="34" charset="0"/>
                  <a:ea typeface="Aptos" pitchFamily="34" charset="-122"/>
                  <a:cs typeface="Aptos" pitchFamily="34" charset="-120"/>
                </a:rPr>
                <a:t>Plot first; test second.</a:t>
              </a:r>
              <a:endParaRPr lang="en-US" sz="2200" dirty="0"/>
            </a:p>
          </p:txBody>
        </p:sp>
      </p:grpSp>
      <p:grpSp>
        <p:nvGrpSpPr>
          <p:cNvPr id="20" name="Group 19">
            <a:extLst>
              <a:ext uri="{FF2B5EF4-FFF2-40B4-BE49-F238E27FC236}">
                <a16:creationId xmlns:a16="http://schemas.microsoft.com/office/drawing/2014/main" id="{C18A01FC-7A5F-B5CA-4222-E72AEEC215B8}"/>
              </a:ext>
            </a:extLst>
          </p:cNvPr>
          <p:cNvGrpSpPr/>
          <p:nvPr/>
        </p:nvGrpSpPr>
        <p:grpSpPr>
          <a:xfrm>
            <a:off x="960120" y="3172968"/>
            <a:ext cx="10241280" cy="402336"/>
            <a:chOff x="960120" y="2898648"/>
            <a:chExt cx="10241280" cy="402336"/>
          </a:xfrm>
        </p:grpSpPr>
        <p:sp>
          <p:nvSpPr>
            <p:cNvPr id="9" name="Text 7"/>
            <p:cNvSpPr/>
            <p:nvPr/>
          </p:nvSpPr>
          <p:spPr>
            <a:xfrm>
              <a:off x="960120" y="2898648"/>
              <a:ext cx="256032" cy="274320"/>
            </a:xfrm>
            <a:prstGeom prst="rect">
              <a:avLst/>
            </a:prstGeom>
            <a:noFill/>
            <a:ln/>
          </p:spPr>
          <p:txBody>
            <a:bodyPr wrap="square" lIns="0" tIns="0" rIns="0" bIns="0" rtlCol="0" anchor="ctr"/>
            <a:lstStyle/>
            <a:p>
              <a:pPr marL="0" indent="0">
                <a:buNone/>
              </a:pPr>
              <a:r>
                <a:rPr lang="en-US" sz="2400" dirty="0">
                  <a:solidFill>
                    <a:srgbClr val="1C7C7D"/>
                  </a:solidFill>
                </a:rPr>
                <a:t>•</a:t>
              </a:r>
              <a:endParaRPr lang="en-US" sz="2400" dirty="0"/>
            </a:p>
          </p:txBody>
        </p:sp>
        <p:sp>
          <p:nvSpPr>
            <p:cNvPr id="10" name="Text 8"/>
            <p:cNvSpPr/>
            <p:nvPr/>
          </p:nvSpPr>
          <p:spPr>
            <a:xfrm>
              <a:off x="1325880" y="2916936"/>
              <a:ext cx="9875520" cy="384048"/>
            </a:xfrm>
            <a:prstGeom prst="rect">
              <a:avLst/>
            </a:prstGeom>
            <a:noFill/>
            <a:ln/>
          </p:spPr>
          <p:txBody>
            <a:bodyPr wrap="square" lIns="635" tIns="635" rIns="635" bIns="635" rtlCol="0" anchor="t">
              <a:normAutofit/>
            </a:bodyPr>
            <a:lstStyle/>
            <a:p>
              <a:pPr marL="0" indent="0" algn="l">
                <a:buNone/>
              </a:pPr>
              <a:r>
                <a:rPr lang="en-US" sz="2200" dirty="0">
                  <a:solidFill>
                    <a:srgbClr val="1E293B"/>
                  </a:solidFill>
                  <a:latin typeface="Aptos" pitchFamily="34" charset="0"/>
                  <a:ea typeface="Aptos" pitchFamily="34" charset="-122"/>
                  <a:cs typeface="Aptos" pitchFamily="34" charset="-120"/>
                </a:rPr>
                <a:t>Rayleigh is useful for unimodal concentration, not every pattern.</a:t>
              </a:r>
              <a:endParaRPr lang="en-US" sz="2200" dirty="0"/>
            </a:p>
          </p:txBody>
        </p:sp>
      </p:grpSp>
      <p:grpSp>
        <p:nvGrpSpPr>
          <p:cNvPr id="21" name="Group 20">
            <a:extLst>
              <a:ext uri="{FF2B5EF4-FFF2-40B4-BE49-F238E27FC236}">
                <a16:creationId xmlns:a16="http://schemas.microsoft.com/office/drawing/2014/main" id="{57F2B5CB-4B45-4942-1F99-A257D9F7903B}"/>
              </a:ext>
            </a:extLst>
          </p:cNvPr>
          <p:cNvGrpSpPr/>
          <p:nvPr/>
        </p:nvGrpSpPr>
        <p:grpSpPr>
          <a:xfrm>
            <a:off x="960120" y="3922776"/>
            <a:ext cx="10241280" cy="402336"/>
            <a:chOff x="960120" y="3648456"/>
            <a:chExt cx="10241280" cy="402336"/>
          </a:xfrm>
        </p:grpSpPr>
        <p:sp>
          <p:nvSpPr>
            <p:cNvPr id="11" name="Text 9"/>
            <p:cNvSpPr/>
            <p:nvPr/>
          </p:nvSpPr>
          <p:spPr>
            <a:xfrm>
              <a:off x="960120" y="3648456"/>
              <a:ext cx="256032" cy="274320"/>
            </a:xfrm>
            <a:prstGeom prst="rect">
              <a:avLst/>
            </a:prstGeom>
            <a:noFill/>
            <a:ln/>
          </p:spPr>
          <p:txBody>
            <a:bodyPr wrap="square" lIns="0" tIns="0" rIns="0" bIns="0" rtlCol="0" anchor="ctr"/>
            <a:lstStyle/>
            <a:p>
              <a:pPr marL="0" indent="0">
                <a:buNone/>
              </a:pPr>
              <a:r>
                <a:rPr lang="en-US" sz="2400" dirty="0">
                  <a:solidFill>
                    <a:srgbClr val="1C7C7D"/>
                  </a:solidFill>
                </a:rPr>
                <a:t>•</a:t>
              </a:r>
              <a:endParaRPr lang="en-US" sz="2400" dirty="0"/>
            </a:p>
          </p:txBody>
        </p:sp>
        <p:sp>
          <p:nvSpPr>
            <p:cNvPr id="12" name="Text 10"/>
            <p:cNvSpPr/>
            <p:nvPr/>
          </p:nvSpPr>
          <p:spPr>
            <a:xfrm>
              <a:off x="1325880" y="3666744"/>
              <a:ext cx="9875520" cy="384048"/>
            </a:xfrm>
            <a:prstGeom prst="rect">
              <a:avLst/>
            </a:prstGeom>
            <a:noFill/>
            <a:ln/>
          </p:spPr>
          <p:txBody>
            <a:bodyPr wrap="square" lIns="635" tIns="635" rIns="635" bIns="635" rtlCol="0" anchor="t">
              <a:normAutofit/>
            </a:bodyPr>
            <a:lstStyle/>
            <a:p>
              <a:pPr marL="0" indent="0" algn="l">
                <a:buNone/>
              </a:pPr>
              <a:r>
                <a:rPr lang="en-US" sz="2200" dirty="0">
                  <a:solidFill>
                    <a:srgbClr val="1E293B"/>
                  </a:solidFill>
                  <a:latin typeface="Aptos" pitchFamily="34" charset="0"/>
                  <a:ea typeface="Aptos" pitchFamily="34" charset="-122"/>
                  <a:cs typeface="Aptos" pitchFamily="34" charset="-120"/>
                </a:rPr>
                <a:t>Curvigram peaks must survive sensitivity checks before serious interpretation.</a:t>
              </a:r>
              <a:endParaRPr lang="en-US" sz="2200" dirty="0"/>
            </a:p>
          </p:txBody>
        </p:sp>
      </p:grpSp>
      <p:grpSp>
        <p:nvGrpSpPr>
          <p:cNvPr id="22" name="Group 21">
            <a:extLst>
              <a:ext uri="{FF2B5EF4-FFF2-40B4-BE49-F238E27FC236}">
                <a16:creationId xmlns:a16="http://schemas.microsoft.com/office/drawing/2014/main" id="{0F9986B0-4C8C-E36E-5D38-DCA05923E8C3}"/>
              </a:ext>
            </a:extLst>
          </p:cNvPr>
          <p:cNvGrpSpPr/>
          <p:nvPr/>
        </p:nvGrpSpPr>
        <p:grpSpPr>
          <a:xfrm>
            <a:off x="960120" y="4672584"/>
            <a:ext cx="10241280" cy="402336"/>
            <a:chOff x="960120" y="4398264"/>
            <a:chExt cx="10241280" cy="402336"/>
          </a:xfrm>
        </p:grpSpPr>
        <p:sp>
          <p:nvSpPr>
            <p:cNvPr id="13" name="Text 11"/>
            <p:cNvSpPr/>
            <p:nvPr/>
          </p:nvSpPr>
          <p:spPr>
            <a:xfrm>
              <a:off x="960120" y="4398264"/>
              <a:ext cx="256032" cy="274320"/>
            </a:xfrm>
            <a:prstGeom prst="rect">
              <a:avLst/>
            </a:prstGeom>
            <a:noFill/>
            <a:ln/>
          </p:spPr>
          <p:txBody>
            <a:bodyPr wrap="square" lIns="0" tIns="0" rIns="0" bIns="0" rtlCol="0" anchor="ctr"/>
            <a:lstStyle/>
            <a:p>
              <a:pPr marL="0" indent="0">
                <a:buNone/>
              </a:pPr>
              <a:r>
                <a:rPr lang="en-US" sz="2400" dirty="0">
                  <a:solidFill>
                    <a:srgbClr val="1C7C7D"/>
                  </a:solidFill>
                </a:rPr>
                <a:t>•</a:t>
              </a:r>
              <a:endParaRPr lang="en-US" sz="2400" dirty="0"/>
            </a:p>
          </p:txBody>
        </p:sp>
        <p:sp>
          <p:nvSpPr>
            <p:cNvPr id="14" name="Text 12"/>
            <p:cNvSpPr/>
            <p:nvPr/>
          </p:nvSpPr>
          <p:spPr>
            <a:xfrm>
              <a:off x="1325880" y="4416552"/>
              <a:ext cx="9875520" cy="384048"/>
            </a:xfrm>
            <a:prstGeom prst="rect">
              <a:avLst/>
            </a:prstGeom>
            <a:noFill/>
            <a:ln/>
          </p:spPr>
          <p:txBody>
            <a:bodyPr wrap="square" lIns="635" tIns="635" rIns="635" bIns="635" rtlCol="0" anchor="t">
              <a:normAutofit/>
            </a:bodyPr>
            <a:lstStyle/>
            <a:p>
              <a:pPr marL="0" indent="0" algn="l">
                <a:buNone/>
              </a:pPr>
              <a:r>
                <a:rPr lang="en-US" sz="2200" dirty="0">
                  <a:solidFill>
                    <a:srgbClr val="1E293B"/>
                  </a:solidFill>
                  <a:latin typeface="Aptos" pitchFamily="34" charset="0"/>
                  <a:ea typeface="Aptos" pitchFamily="34" charset="-122"/>
                  <a:cs typeface="Aptos" pitchFamily="34" charset="-120"/>
                </a:rPr>
                <a:t>Export and report every analytical choice.</a:t>
              </a:r>
              <a:endParaRPr lang="en-US" sz="2200" dirty="0"/>
            </a:p>
          </p:txBody>
        </p:sp>
      </p:grpSp>
      <p:sp>
        <p:nvSpPr>
          <p:cNvPr id="15" name="Shape 13"/>
          <p:cNvSpPr/>
          <p:nvPr/>
        </p:nvSpPr>
        <p:spPr>
          <a:xfrm>
            <a:off x="594360" y="6483096"/>
            <a:ext cx="11018520" cy="0"/>
          </a:xfrm>
          <a:prstGeom prst="line">
            <a:avLst/>
          </a:prstGeom>
          <a:noFill/>
          <a:ln w="7620">
            <a:solidFill>
              <a:srgbClr val="E2E8F0"/>
            </a:solidFill>
            <a:prstDash val="solid"/>
          </a:ln>
        </p:spPr>
        <p:txBody>
          <a:bodyPr/>
          <a:lstStyle/>
          <a:p>
            <a:endParaRPr lang="en-US"/>
          </a:p>
        </p:txBody>
      </p:sp>
      <p:sp>
        <p:nvSpPr>
          <p:cNvPr id="16" name="Text 14"/>
          <p:cNvSpPr/>
          <p:nvPr/>
        </p:nvSpPr>
        <p:spPr>
          <a:xfrm>
            <a:off x="594360" y="6556248"/>
            <a:ext cx="8229600" cy="182880"/>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Comparison, AI and takeaways</a:t>
            </a:r>
            <a:endParaRPr lang="en-US" sz="750" dirty="0"/>
          </a:p>
        </p:txBody>
      </p:sp>
      <p:sp>
        <p:nvSpPr>
          <p:cNvPr id="17" name="TextBox 16"/>
          <p:cNvSpPr txBox="1"/>
          <p:nvPr/>
        </p:nvSpPr>
        <p:spPr>
          <a:xfrm>
            <a:off x="11064240" y="6556248"/>
            <a:ext cx="502920" cy="182880"/>
          </a:xfrm>
          <a:prstGeom prst="rect">
            <a:avLst/>
          </a:prstGeom>
          <a:noFill/>
        </p:spPr>
        <p:txBody>
          <a:bodyPr wrap="none">
            <a:spAutoFit/>
          </a:bodyPr>
          <a:lstStyle/>
          <a:p>
            <a:pPr algn="r"/>
            <a:fld id="{8E74ACB8-426B-4362-AA9F-5353B48F4948}" type="slidenum">
              <a:rPr lang="en-US" sz="700">
                <a:solidFill>
                  <a:srgbClr val="6E7B86"/>
                </a:solidFill>
              </a:rPr>
              <a:t>46</a:t>
            </a:fld>
            <a:endParaRPr lang="en-US" sz="700">
              <a:solidFill>
                <a:srgbClr val="6E7B8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name="Slide 42">
    <p:bg>
      <p:bgPr>
        <a:solidFill>
          <a:srgbClr val="17324D"/>
        </a:solidFill>
        <a:effectLst/>
      </p:bgPr>
    </p:bg>
    <p:spTree>
      <p:nvGrpSpPr>
        <p:cNvPr id="1" name=""/>
        <p:cNvGrpSpPr/>
        <p:nvPr/>
      </p:nvGrpSpPr>
      <p:grpSpPr>
        <a:xfrm>
          <a:off x="0" y="0"/>
          <a:ext cx="0" cy="0"/>
          <a:chOff x="0" y="0"/>
          <a:chExt cx="0" cy="0"/>
        </a:xfrm>
      </p:grpSpPr>
      <p:sp>
        <p:nvSpPr>
          <p:cNvPr id="2" name="Text 0"/>
          <p:cNvSpPr/>
          <p:nvPr/>
        </p:nvSpPr>
        <p:spPr>
          <a:xfrm>
            <a:off x="777240" y="1691640"/>
            <a:ext cx="10058400" cy="731520"/>
          </a:xfrm>
          <a:prstGeom prst="rect">
            <a:avLst/>
          </a:prstGeom>
          <a:noFill/>
          <a:ln/>
        </p:spPr>
        <p:txBody>
          <a:bodyPr wrap="square" lIns="0" tIns="0" rIns="0" bIns="0" rtlCol="0" anchor="ctr"/>
          <a:lstStyle/>
          <a:p>
            <a:pPr marL="0" indent="0">
              <a:buNone/>
            </a:pPr>
            <a:r>
              <a:rPr lang="en-US" sz="4200" b="1" dirty="0">
                <a:solidFill>
                  <a:srgbClr val="FFFFFF"/>
                </a:solidFill>
                <a:latin typeface="Aptos Display" pitchFamily="34" charset="0"/>
                <a:ea typeface="Aptos Display" pitchFamily="34" charset="-122"/>
                <a:cs typeface="Aptos Display" pitchFamily="34" charset="-120"/>
              </a:rPr>
              <a:t>Questions and discussion</a:t>
            </a:r>
            <a:endParaRPr lang="en-US" sz="4200" dirty="0"/>
          </a:p>
        </p:txBody>
      </p:sp>
      <p:sp>
        <p:nvSpPr>
          <p:cNvPr id="3" name="Text 1"/>
          <p:cNvSpPr/>
          <p:nvPr/>
        </p:nvSpPr>
        <p:spPr>
          <a:xfrm>
            <a:off x="822960" y="2788920"/>
            <a:ext cx="9875520" cy="1097280"/>
          </a:xfrm>
          <a:prstGeom prst="rect">
            <a:avLst/>
          </a:prstGeom>
          <a:noFill/>
          <a:ln/>
        </p:spPr>
        <p:txBody>
          <a:bodyPr wrap="square" lIns="254" tIns="254" rIns="254" bIns="254" rtlCol="0" anchor="ctr">
            <a:normAutofit/>
          </a:bodyPr>
          <a:lstStyle/>
          <a:p>
            <a:pPr marL="0" indent="0">
              <a:buNone/>
            </a:pPr>
            <a:r>
              <a:rPr lang="en-US" sz="2300" dirty="0">
                <a:solidFill>
                  <a:srgbClr val="DDEAFE"/>
                </a:solidFill>
                <a:latin typeface="Aptos" pitchFamily="34" charset="0"/>
                <a:ea typeface="Aptos" pitchFamily="34" charset="-122"/>
                <a:cs typeface="Aptos" pitchFamily="34" charset="-120"/>
              </a:rPr>
              <a:t>Bring your own orientation problem: what is the variable, what is the geometry, and what would count as a defensible conclusion?</a:t>
            </a:r>
            <a:endParaRPr lang="en-US" sz="2300" dirty="0"/>
          </a:p>
        </p:txBody>
      </p:sp>
      <p:sp>
        <p:nvSpPr>
          <p:cNvPr id="4" name="Text 2"/>
          <p:cNvSpPr/>
          <p:nvPr/>
        </p:nvSpPr>
        <p:spPr>
          <a:xfrm>
            <a:off x="822960" y="6172200"/>
            <a:ext cx="6583680" cy="256032"/>
          </a:xfrm>
          <a:prstGeom prst="rect">
            <a:avLst/>
          </a:prstGeom>
          <a:noFill/>
          <a:ln/>
        </p:spPr>
        <p:txBody>
          <a:bodyPr wrap="square" lIns="0" tIns="0" rIns="0" bIns="0" rtlCol="0" anchor="ctr"/>
          <a:lstStyle/>
          <a:p>
            <a:pPr marL="0" indent="0">
              <a:buNone/>
            </a:pPr>
            <a:r>
              <a:rPr lang="en-US" sz="1250" dirty="0">
                <a:solidFill>
                  <a:srgbClr val="B6C9DE"/>
                </a:solidFill>
              </a:rPr>
              <a:t>SEAC 2026 Workshop  |  Zlatko J. Kovačić</a:t>
            </a:r>
            <a:endParaRPr lang="en-US" sz="1250" dirty="0"/>
          </a:p>
        </p:txBody>
      </p:sp>
      <p:sp>
        <p:nvSpPr>
          <p:cNvPr id="5" name="TextBox 4"/>
          <p:cNvSpPr txBox="1"/>
          <p:nvPr/>
        </p:nvSpPr>
        <p:spPr>
          <a:xfrm>
            <a:off x="594360" y="6556248"/>
            <a:ext cx="8229600" cy="182880"/>
          </a:xfrm>
          <a:prstGeom prst="rect">
            <a:avLst/>
          </a:prstGeom>
          <a:noFill/>
        </p:spPr>
        <p:txBody>
          <a:bodyPr wrap="none" lIns="0" tIns="0" rIns="0" bIns="0">
            <a:spAutoFit/>
          </a:bodyPr>
          <a:lstStyle/>
          <a:p>
            <a:pPr algn="l"/>
            <a:r>
              <a:rPr sz="650" b="0">
                <a:solidFill>
                  <a:srgbClr val="6E7882"/>
                </a:solidFill>
                <a:latin typeface="Aptos"/>
              </a:rPr>
              <a:t>Comparison, AI and takeaways</a:t>
            </a:r>
          </a:p>
        </p:txBody>
      </p:sp>
      <p:sp>
        <p:nvSpPr>
          <p:cNvPr id="6" name="TextBox 5"/>
          <p:cNvSpPr txBox="1"/>
          <p:nvPr/>
        </p:nvSpPr>
        <p:spPr>
          <a:xfrm>
            <a:off x="11064240" y="6556248"/>
            <a:ext cx="502920" cy="182880"/>
          </a:xfrm>
          <a:prstGeom prst="rect">
            <a:avLst/>
          </a:prstGeom>
          <a:noFill/>
        </p:spPr>
        <p:txBody>
          <a:bodyPr wrap="none">
            <a:spAutoFit/>
          </a:bodyPr>
          <a:lstStyle/>
          <a:p>
            <a:pPr algn="r"/>
            <a:fld id="{C705DA1E-639B-4496-B409-5591335E31EF}" type="slidenum">
              <a:rPr lang="en-US" sz="700">
                <a:solidFill>
                  <a:srgbClr val="6E7B86"/>
                </a:solidFill>
              </a:rPr>
              <a:t>47</a:t>
            </a:fld>
            <a:endParaRPr lang="en-US" sz="700">
              <a:solidFill>
                <a:srgbClr val="6E7B86"/>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4D3D2A9-5D54-4A1F-8686-7E4E5A93A353}">
  <we:reference id="wa200005566" version="3.0.0.2" store="en-US" storeType="OMEX"/>
  <we:alternateReferences>
    <we:reference id="WA200005566" version="3.0.0.2"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1738</TotalTime>
  <Words>3532</Words>
  <Application>Microsoft Office PowerPoint</Application>
  <PresentationFormat>Widescreen</PresentationFormat>
  <Paragraphs>608</Paragraphs>
  <Slides>47</Slides>
  <Notes>47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Aptos</vt:lpstr>
      <vt:lpstr>Aptos Display</vt:lpstr>
      <vt:lpstr>Arial</vt:lpstr>
      <vt:lpstr>Arial Black</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SEAC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Circular Statistics in Archaeoastronomy and Ethnoastronomy Using R</dc:title>
  <dc:subject>SEAC 2026 workshop slides</dc:subject>
  <dc:creator>Zlatko J. Kovačić</dc:creator>
  <cp:lastModifiedBy>Zlatko Kovacic</cp:lastModifiedBy>
  <cp:revision>8</cp:revision>
  <dcterms:created xsi:type="dcterms:W3CDTF">2026-08-09T14:33:59Z</dcterms:created>
  <dcterms:modified xsi:type="dcterms:W3CDTF">2026-08-27T04:52:19Z</dcterms:modified>
</cp:coreProperties>
</file>